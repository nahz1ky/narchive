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0" autoAdjust="0"/>
    <p:restoredTop sz="94717"/>
  </p:normalViewPr>
  <p:slideViewPr>
    <p:cSldViewPr snapToGrid="0" snapToObjects="1">
      <p:cViewPr varScale="1">
        <p:scale>
          <a:sx n="56" d="100"/>
          <a:sy n="56" d="100"/>
        </p:scale>
        <p:origin x="55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Texte du titre</a:t>
            </a:r>
          </a:p>
        </p:txBody>
      </p:sp>
      <p:sp>
        <p:nvSpPr>
          <p:cNvPr id="12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exte du titre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Texte du titre</a:t>
            </a:r>
          </a:p>
        </p:txBody>
      </p:sp>
      <p:sp>
        <p:nvSpPr>
          <p:cNvPr id="22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- Cen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e du titre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3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exte du titre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Texte du titre</a:t>
            </a:r>
          </a:p>
        </p:txBody>
      </p:sp>
      <p:sp>
        <p:nvSpPr>
          <p:cNvPr id="40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-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4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57" name="Texte niveau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8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67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8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e niveau 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6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-Gilles Allain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-Gilles Allain</a:t>
            </a:r>
          </a:p>
        </p:txBody>
      </p:sp>
      <p:sp>
        <p:nvSpPr>
          <p:cNvPr id="94" name="« Saisissez une citation ici. »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« Saisissez une citation ici. » </a:t>
            </a:r>
          </a:p>
        </p:txBody>
      </p:sp>
      <p:sp>
        <p:nvSpPr>
          <p:cNvPr id="95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3" name="Texte niveau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radesaver.com/the-invisible-man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he Golden Dream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8000" dirty="0">
                <a:solidFill>
                  <a:schemeClr val="tx1"/>
                </a:solidFill>
              </a:rPr>
              <a:t>The             man</a:t>
            </a:r>
            <a:endParaRPr lang="zh-CN" altLang="en-US" sz="8000" dirty="0">
              <a:solidFill>
                <a:schemeClr val="tx1"/>
              </a:solidFill>
            </a:endParaRPr>
          </a:p>
        </p:txBody>
      </p:sp>
      <p:sp>
        <p:nvSpPr>
          <p:cNvPr id="120" name="Zhang Li (Jack)  AT1T2 EAL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Ziky Zhang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he Golden Drea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</a:t>
            </a:r>
            <a:r>
              <a:rPr lang="en-US" dirty="0"/>
              <a:t>I</a:t>
            </a:r>
            <a:r>
              <a:rPr lang="en-US" altLang="zh-CN" dirty="0"/>
              <a:t>nvisible Man</a:t>
            </a:r>
            <a:endParaRPr dirty="0"/>
          </a:p>
        </p:txBody>
      </p:sp>
      <p:sp>
        <p:nvSpPr>
          <p:cNvPr id="132" name="Emile Zola (1883-1952)…"/>
          <p:cNvSpPr txBox="1">
            <a:spLocks noGrp="1"/>
          </p:cNvSpPr>
          <p:nvPr>
            <p:ph type="body" sz="half" idx="1"/>
          </p:nvPr>
        </p:nvSpPr>
        <p:spPr>
          <a:xfrm>
            <a:off x="415636" y="2590800"/>
            <a:ext cx="5970156" cy="62865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H.G. Wells (</a:t>
            </a:r>
            <a:r>
              <a:rPr lang="en-US" altLang="zh-CN" sz="2800" dirty="0">
                <a:solidFill>
                  <a:schemeClr val="tx1"/>
                </a:solidFill>
              </a:rPr>
              <a:t>1866-1946</a:t>
            </a:r>
            <a:r>
              <a:rPr lang="en-US" dirty="0"/>
              <a:t>)</a:t>
            </a:r>
          </a:p>
          <a:p>
            <a:r>
              <a:rPr lang="en-US" dirty="0"/>
              <a:t>British</a:t>
            </a:r>
          </a:p>
          <a:p>
            <a:r>
              <a:rPr lang="en-US" dirty="0"/>
              <a:t>Father of science fiction</a:t>
            </a:r>
          </a:p>
          <a:p>
            <a:r>
              <a:rPr lang="en-US" altLang="zh-CN" sz="2800" dirty="0">
                <a:solidFill>
                  <a:schemeClr val="tx1"/>
                </a:solidFill>
              </a:rPr>
              <a:t>most of the fictions are about “time travel”, “aliens attack”, or “anti-Utopia”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3B71F2-18AB-4595-AB06-A2B1E855E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792" y="2008332"/>
            <a:ext cx="5334000" cy="74514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he Golden Drea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The Invisible Man</a:t>
            </a:r>
            <a:endParaRPr dirty="0"/>
          </a:p>
        </p:txBody>
      </p:sp>
      <p:sp>
        <p:nvSpPr>
          <p:cNvPr id="136" name="Ancient Past in The country side…"/>
          <p:cNvSpPr txBox="1">
            <a:spLocks noGrp="1"/>
          </p:cNvSpPr>
          <p:nvPr>
            <p:ph type="body" sz="half" idx="1"/>
          </p:nvPr>
        </p:nvSpPr>
        <p:spPr>
          <a:xfrm>
            <a:off x="7743537" y="3400714"/>
            <a:ext cx="2896755" cy="3762086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zh-CN" sz="4800" b="1" dirty="0"/>
              <a:t>Settings: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England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1890’s.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entertain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800" b="1" dirty="0"/>
          </a:p>
          <a:p>
            <a:endParaRPr lang="en-US" sz="4000" dirty="0"/>
          </a:p>
          <a:p>
            <a:endParaRPr lang="en-US" sz="4000" dirty="0"/>
          </a:p>
          <a:p>
            <a:endParaRPr sz="4000" dirty="0"/>
          </a:p>
        </p:txBody>
      </p:sp>
      <p:pic>
        <p:nvPicPr>
          <p:cNvPr id="5" name="图片占位符 4">
            <a:extLst>
              <a:ext uri="{FF2B5EF4-FFF2-40B4-BE49-F238E27FC236}">
                <a16:creationId xmlns:a16="http://schemas.microsoft.com/office/drawing/2014/main" id="{9E7F2E0A-1EDB-4C7B-BC8E-2EE944BA3B54}"/>
              </a:ext>
            </a:extLst>
          </p:cNvPr>
          <p:cNvPicPr>
            <a:picLocks noGrp="1" noChangeAspect="1"/>
          </p:cNvPicPr>
          <p:nvPr>
            <p:ph type="pic"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8" b="12548"/>
          <a:stretch>
            <a:fillRect/>
          </a:stretch>
        </p:blipFill>
        <p:spPr>
          <a:xfrm>
            <a:off x="539173" y="2413000"/>
            <a:ext cx="5334000" cy="6286500"/>
          </a:xfr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he Golden Drea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The Invisible Man</a:t>
            </a:r>
            <a:endParaRPr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8160B2-D18F-4389-AAF2-354822298B80}"/>
              </a:ext>
            </a:extLst>
          </p:cNvPr>
          <p:cNvSpPr txBox="1"/>
          <p:nvPr/>
        </p:nvSpPr>
        <p:spPr>
          <a:xfrm>
            <a:off x="6502400" y="4431764"/>
            <a:ext cx="5966692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he runs away from cops and destroy the police station</a:t>
            </a:r>
          </a:p>
          <a:p>
            <a:pPr marL="342900" marR="0" indent="-34290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b="0" dirty="0"/>
              <a:t>Met his old friend dr. kemp and tell him what is he working on</a:t>
            </a:r>
          </a:p>
          <a:p>
            <a:pPr marL="342900" marR="0" indent="-34290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Dr. k</a:t>
            </a:r>
            <a:r>
              <a:rPr lang="en-US" altLang="zh-CN" b="0" dirty="0"/>
              <a:t>emp give him to the police </a:t>
            </a:r>
            <a:endParaRPr kumimoji="0" lang="en-US" altLang="zh-C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35B146-F9DA-46F2-BF64-652C8DF3CFD7}"/>
              </a:ext>
            </a:extLst>
          </p:cNvPr>
          <p:cNvSpPr txBox="1"/>
          <p:nvPr/>
        </p:nvSpPr>
        <p:spPr>
          <a:xfrm>
            <a:off x="535708" y="2606647"/>
            <a:ext cx="5966692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 scientist called Griffin found out a way to become invisible</a:t>
            </a:r>
          </a:p>
          <a:p>
            <a:pPr marL="342900" marR="0" indent="-3429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He break some laws and leave the town</a:t>
            </a:r>
          </a:p>
          <a:p>
            <a:pPr marL="342900" marR="0" indent="-3429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He force some tramps and a guy call marvel help him out but caught by cops because marvel betray him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21DBAB-2F1C-4E86-8460-9E0F440D1A0A}"/>
              </a:ext>
            </a:extLst>
          </p:cNvPr>
          <p:cNvSpPr txBox="1"/>
          <p:nvPr/>
        </p:nvSpPr>
        <p:spPr>
          <a:xfrm>
            <a:off x="2812472" y="6927272"/>
            <a:ext cx="7148946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b="0" dirty="0"/>
              <a:t>The police couldn’t keep him for so long, he run away and try to chase kemp</a:t>
            </a:r>
          </a:p>
          <a:p>
            <a:pPr marL="342900" marR="0" indent="-34290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He got caught by the citizens and got killed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Figures of Spee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Figur</a:t>
            </a:r>
            <a:r>
              <a:rPr lang="en-US" dirty="0"/>
              <a:t>ative Language</a:t>
            </a:r>
            <a:endParaRPr dirty="0"/>
          </a:p>
        </p:txBody>
      </p:sp>
      <p:sp>
        <p:nvSpPr>
          <p:cNvPr id="144" name="Simile : ‘The room was as hot as a burning stove’…"/>
          <p:cNvSpPr txBox="1">
            <a:spLocks noGrp="1"/>
          </p:cNvSpPr>
          <p:nvPr>
            <p:ph type="body" idx="1"/>
          </p:nvPr>
        </p:nvSpPr>
        <p:spPr>
          <a:xfrm>
            <a:off x="952500" y="2643561"/>
            <a:ext cx="10279772" cy="5875761"/>
          </a:xfrm>
          <a:prstGeom prst="rect">
            <a:avLst/>
          </a:prstGeom>
        </p:spPr>
        <p:txBody>
          <a:bodyPr anchor="t"/>
          <a:lstStyle/>
          <a:p>
            <a:r>
              <a:rPr dirty="0"/>
              <a:t>Simile : </a:t>
            </a:r>
            <a:r>
              <a:rPr lang="en-US" dirty="0"/>
              <a:t>"The poor soul's had an accident or an operation or somethin'…and they goggles! Why, he looked more like a divine' helmet than a human man!“(</a:t>
            </a:r>
            <a:r>
              <a:rPr lang="en-US" altLang="zh-CN" dirty="0"/>
              <a:t>website</a:t>
            </a:r>
            <a:r>
              <a:rPr lang="en-US" dirty="0"/>
              <a:t>)</a:t>
            </a:r>
          </a:p>
          <a:p>
            <a:r>
              <a:rPr lang="en-US" dirty="0"/>
              <a:t>Hyperbole: “</a:t>
            </a:r>
            <a:r>
              <a:rPr lang="en-US" altLang="zh-CN" dirty="0"/>
              <a:t>a thief of ideas—he was always prying!”(website)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Image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Imagery</a:t>
            </a:r>
          </a:p>
        </p:txBody>
      </p:sp>
      <p:sp>
        <p:nvSpPr>
          <p:cNvPr id="147" name="Visual imagery: ‘It was dark and shadowy in the forest.’…"/>
          <p:cNvSpPr txBox="1">
            <a:spLocks noGrp="1"/>
          </p:cNvSpPr>
          <p:nvPr>
            <p:ph type="body" idx="1"/>
          </p:nvPr>
        </p:nvSpPr>
        <p:spPr>
          <a:xfrm>
            <a:off x="1524578" y="3797300"/>
            <a:ext cx="10404186" cy="2159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Auditory : ”</a:t>
            </a:r>
            <a:r>
              <a:rPr lang="en-US" altLang="zh-CN" dirty="0">
                <a:latin typeface="+mn-lt"/>
              </a:rPr>
              <a:t>heard close to him the sound as of a man coughing, sneezing, and then swearing savagely to himself.”(</a:t>
            </a:r>
            <a:r>
              <a:rPr lang="en-US" altLang="zh-CN" dirty="0"/>
              <a:t>website</a:t>
            </a:r>
            <a:r>
              <a:rPr lang="en-US" altLang="zh-CN" dirty="0">
                <a:latin typeface="+mn-lt"/>
              </a:rPr>
              <a:t>)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E4CE9C-7BCF-EB47-A4A2-F9FCFE99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Works Cited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125E81-ABAA-2444-886E-6841DF07E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altLang="zh-CN" dirty="0"/>
              <a:t>website: </a:t>
            </a:r>
            <a:r>
              <a:rPr lang="en-US" altLang="zh-CN" dirty="0">
                <a:hlinkClick r:id="rId2"/>
              </a:rPr>
              <a:t>www.gradesaver.com/the-invisible-man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0476740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241</Words>
  <Application>Microsoft Office PowerPoint</Application>
  <PresentationFormat>自定义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Helvetica Light</vt:lpstr>
      <vt:lpstr>Helvetica Neue</vt:lpstr>
      <vt:lpstr>Helvetica Neue Light</vt:lpstr>
      <vt:lpstr>Helvetica Neue Medium</vt:lpstr>
      <vt:lpstr>Helvetica Neue Thin</vt:lpstr>
      <vt:lpstr>Arial</vt:lpstr>
      <vt:lpstr>Times New Roman</vt:lpstr>
      <vt:lpstr>White</vt:lpstr>
      <vt:lpstr>The             man</vt:lpstr>
      <vt:lpstr>The Invisible Man</vt:lpstr>
      <vt:lpstr>The Invisible Man</vt:lpstr>
      <vt:lpstr>The Invisible Man</vt:lpstr>
      <vt:lpstr>Figurative Language</vt:lpstr>
      <vt:lpstr>Imagery</vt:lpstr>
      <vt:lpstr>Works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Golden Dream</dc:title>
  <cp:lastModifiedBy>ziky zhang</cp:lastModifiedBy>
  <cp:revision>4</cp:revision>
  <dcterms:modified xsi:type="dcterms:W3CDTF">2021-07-29T18:53:03Z</dcterms:modified>
</cp:coreProperties>
</file>
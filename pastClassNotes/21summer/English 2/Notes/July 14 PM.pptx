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7" r:id="rId2"/>
    <p:sldId id="264" r:id="rId3"/>
    <p:sldId id="258" r:id="rId4"/>
    <p:sldId id="265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05"/>
    <p:restoredTop sz="94654"/>
  </p:normalViewPr>
  <p:slideViewPr>
    <p:cSldViewPr snapToGrid="0" snapToObjects="1">
      <p:cViewPr varScale="1">
        <p:scale>
          <a:sx n="109" d="100"/>
          <a:sy n="109" d="100"/>
        </p:scale>
        <p:origin x="3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C3C5D090-3630-2542-A8E4-A92BC124569E}" type="datetimeFigureOut">
              <a:rPr lang="en-CN" smtClean="0"/>
              <a:t>2021/7/14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188875A2-903C-E341-8ABE-8268AFCEDE8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9610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5D090-3630-2542-A8E4-A92BC124569E}" type="datetimeFigureOut">
              <a:rPr lang="en-CN" smtClean="0"/>
              <a:t>2021/7/14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875A2-903C-E341-8ABE-8268AFCEDE8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41658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5D090-3630-2542-A8E4-A92BC124569E}" type="datetimeFigureOut">
              <a:rPr lang="en-CN" smtClean="0"/>
              <a:t>2021/7/14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875A2-903C-E341-8ABE-8268AFCEDE8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0519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5D090-3630-2542-A8E4-A92BC124569E}" type="datetimeFigureOut">
              <a:rPr lang="en-CN" smtClean="0"/>
              <a:t>2021/7/14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875A2-903C-E341-8ABE-8268AFCEDE8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33684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5D090-3630-2542-A8E4-A92BC124569E}" type="datetimeFigureOut">
              <a:rPr lang="en-CN" smtClean="0"/>
              <a:t>2021/7/14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875A2-903C-E341-8ABE-8268AFCEDE8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83892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5D090-3630-2542-A8E4-A92BC124569E}" type="datetimeFigureOut">
              <a:rPr lang="en-CN" smtClean="0"/>
              <a:t>2021/7/14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875A2-903C-E341-8ABE-8268AFCEDE8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77068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5D090-3630-2542-A8E4-A92BC124569E}" type="datetimeFigureOut">
              <a:rPr lang="en-CN" smtClean="0"/>
              <a:t>2021/7/14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875A2-903C-E341-8ABE-8268AFCEDE8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10395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5D090-3630-2542-A8E4-A92BC124569E}" type="datetimeFigureOut">
              <a:rPr lang="en-CN" smtClean="0"/>
              <a:t>2021/7/14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875A2-903C-E341-8ABE-8268AFCEDE8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6738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5D090-3630-2542-A8E4-A92BC124569E}" type="datetimeFigureOut">
              <a:rPr lang="en-CN" smtClean="0"/>
              <a:t>2021/7/14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875A2-903C-E341-8ABE-8268AFCEDE8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37612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5D090-3630-2542-A8E4-A92BC124569E}" type="datetimeFigureOut">
              <a:rPr lang="en-CN" smtClean="0"/>
              <a:t>2021/7/14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875A2-903C-E341-8ABE-8268AFCEDE8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22734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5D090-3630-2542-A8E4-A92BC124569E}" type="datetimeFigureOut">
              <a:rPr lang="en-CN" smtClean="0"/>
              <a:t>2021/7/14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875A2-903C-E341-8ABE-8268AFCEDE8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52786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5D090-3630-2542-A8E4-A92BC124569E}" type="datetimeFigureOut">
              <a:rPr lang="en-CN" smtClean="0"/>
              <a:t>2021/7/14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875A2-903C-E341-8ABE-8268AFCEDE8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66475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5D090-3630-2542-A8E4-A92BC124569E}" type="datetimeFigureOut">
              <a:rPr lang="en-CN" smtClean="0"/>
              <a:t>2021/7/14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875A2-903C-E341-8ABE-8268AFCEDE8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762069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5D090-3630-2542-A8E4-A92BC124569E}" type="datetimeFigureOut">
              <a:rPr lang="en-CN" smtClean="0"/>
              <a:t>2021/7/14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875A2-903C-E341-8ABE-8268AFCEDE8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06331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5D090-3630-2542-A8E4-A92BC124569E}" type="datetimeFigureOut">
              <a:rPr lang="en-CN" smtClean="0"/>
              <a:t>2021/7/14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875A2-903C-E341-8ABE-8268AFCEDE8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177427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5D090-3630-2542-A8E4-A92BC124569E}" type="datetimeFigureOut">
              <a:rPr lang="en-CN" smtClean="0"/>
              <a:t>2021/7/14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875A2-903C-E341-8ABE-8268AFCEDE8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321662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5D090-3630-2542-A8E4-A92BC124569E}" type="datetimeFigureOut">
              <a:rPr lang="en-CN" smtClean="0"/>
              <a:t>2021/7/14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875A2-903C-E341-8ABE-8268AFCEDE8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64733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3C5D090-3630-2542-A8E4-A92BC124569E}" type="datetimeFigureOut">
              <a:rPr lang="en-CN" smtClean="0"/>
              <a:t>2021/7/14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88875A2-903C-E341-8ABE-8268AFCEDE8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522030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1EF03-40E6-8849-A1AD-4E7BBAD53D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N" sz="6600" dirty="0"/>
              <a:t>English 2 </a:t>
            </a:r>
            <a:br>
              <a:rPr lang="en-CN" sz="6600" dirty="0"/>
            </a:br>
            <a:r>
              <a:rPr lang="en-CN" sz="6600" dirty="0"/>
              <a:t>July 14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061E4-33D3-9247-81D5-270AD7368C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CN" sz="4800" dirty="0"/>
              <a:t>Max Keenan</a:t>
            </a:r>
          </a:p>
        </p:txBody>
      </p:sp>
    </p:spTree>
    <p:extLst>
      <p:ext uri="{BB962C8B-B14F-4D97-AF65-F5344CB8AC3E}">
        <p14:creationId xmlns:p14="http://schemas.microsoft.com/office/powerpoint/2010/main" val="717758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7CD1C-CDDF-734E-9B9D-EAAA8F749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6000" dirty="0"/>
              <a:t>Attendance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7FF32-7DE6-B24C-9413-200FB16B7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N" sz="6000" dirty="0"/>
              <a:t>What’s the most important quality a friend should have? </a:t>
            </a:r>
          </a:p>
          <a:p>
            <a:pPr marL="0" indent="0">
              <a:buNone/>
            </a:pPr>
            <a:endParaRPr lang="en-CN" sz="4800" dirty="0"/>
          </a:p>
        </p:txBody>
      </p:sp>
    </p:spTree>
    <p:extLst>
      <p:ext uri="{BB962C8B-B14F-4D97-AF65-F5344CB8AC3E}">
        <p14:creationId xmlns:p14="http://schemas.microsoft.com/office/powerpoint/2010/main" val="3117581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6D7CE-CBE1-5343-A69B-59450C6D8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6000" dirty="0"/>
              <a:t>The Metamorphosis</a:t>
            </a:r>
          </a:p>
        </p:txBody>
      </p:sp>
      <p:pic>
        <p:nvPicPr>
          <p:cNvPr id="1026" name="Picture 2" descr="Image result for the metamorphosis by kafka">
            <a:extLst>
              <a:ext uri="{FF2B5EF4-FFF2-40B4-BE49-F238E27FC236}">
                <a16:creationId xmlns:a16="http://schemas.microsoft.com/office/drawing/2014/main" id="{135DD248-D3BB-314E-9354-2586C92B5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072" y="2165160"/>
            <a:ext cx="4247059" cy="4269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the metamorphosis by kafka">
            <a:extLst>
              <a:ext uri="{FF2B5EF4-FFF2-40B4-BE49-F238E27FC236}">
                <a16:creationId xmlns:a16="http://schemas.microsoft.com/office/drawing/2014/main" id="{A9646B3A-01E1-B848-8E23-BBA7E8F09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4870" y="1873239"/>
            <a:ext cx="3031650" cy="4642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8385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E45C5-3E7D-5247-A2C3-B161894A9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6000" dirty="0"/>
              <a:t>Journal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0087D-77AC-A749-B04C-0ED3781FF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N" sz="5400" dirty="0"/>
              <a:t>What makes people happy in life? Is it a good relationship, doing what you love, or having many things? </a:t>
            </a:r>
            <a:r>
              <a:rPr lang="en-CN" sz="5400"/>
              <a:t>Explain your answer with details and examples. </a:t>
            </a:r>
          </a:p>
        </p:txBody>
      </p:sp>
    </p:spTree>
    <p:extLst>
      <p:ext uri="{BB962C8B-B14F-4D97-AF65-F5344CB8AC3E}">
        <p14:creationId xmlns:p14="http://schemas.microsoft.com/office/powerpoint/2010/main" val="31249047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{9DA66E8A-3306-9D43-A9CE-5AC7F8C8DA05}tf10001058</Template>
  <TotalTime>105</TotalTime>
  <Words>53</Words>
  <Application>Microsoft Macintosh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Celestial</vt:lpstr>
      <vt:lpstr>English 2  July 14</vt:lpstr>
      <vt:lpstr>Attendance</vt:lpstr>
      <vt:lpstr>The Metamorphosis</vt:lpstr>
      <vt:lpstr>Journal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 2  July 14</dc:title>
  <dc:creator>maxqkeenan@gmail.com</dc:creator>
  <cp:lastModifiedBy>maxqkeenan@gmail.com</cp:lastModifiedBy>
  <cp:revision>2</cp:revision>
  <dcterms:created xsi:type="dcterms:W3CDTF">2021-07-14T05:46:40Z</dcterms:created>
  <dcterms:modified xsi:type="dcterms:W3CDTF">2021-07-14T07:32:10Z</dcterms:modified>
</cp:coreProperties>
</file>
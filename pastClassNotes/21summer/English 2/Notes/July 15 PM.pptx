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7" r:id="rId2"/>
    <p:sldId id="264" r:id="rId3"/>
    <p:sldId id="266" r:id="rId4"/>
    <p:sldId id="2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92"/>
  </p:normalViewPr>
  <p:slideViewPr>
    <p:cSldViewPr snapToGrid="0" snapToObjects="1">
      <p:cViewPr varScale="1">
        <p:scale>
          <a:sx n="107" d="100"/>
          <a:sy n="107" d="100"/>
        </p:scale>
        <p:origin x="73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3082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354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103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554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8420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5812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3499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8011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3854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50842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2560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79578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56521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4989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16326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24966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1381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88FE23-925F-D843-BA4A-4664EBDA36E2}" type="datetimeFigureOut">
              <a:rPr lang="en-CN" smtClean="0"/>
              <a:t>2021/7/15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EB4555-8593-CE43-B6C5-75D786F89BF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07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EF03-40E6-8849-A1AD-4E7BBAD5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N" sz="6600" dirty="0"/>
              <a:t>English 2 </a:t>
            </a:r>
            <a:br>
              <a:rPr lang="en-CN" sz="6600" dirty="0"/>
            </a:br>
            <a:r>
              <a:rPr lang="en-CN" sz="6600" dirty="0"/>
              <a:t>July 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061E4-33D3-9247-81D5-270AD7368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Max Keenan</a:t>
            </a:r>
          </a:p>
        </p:txBody>
      </p:sp>
    </p:spTree>
    <p:extLst>
      <p:ext uri="{BB962C8B-B14F-4D97-AF65-F5344CB8AC3E}">
        <p14:creationId xmlns:p14="http://schemas.microsoft.com/office/powerpoint/2010/main" val="2672486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CD1C-CDDF-734E-9B9D-EAAA8F74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FF32-7DE6-B24C-9413-200FB16B7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441378" cy="3914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N" sz="6000" dirty="0"/>
              <a:t>How do you adjust your emotions when you feel scared? How about when you feel angry?</a:t>
            </a:r>
          </a:p>
          <a:p>
            <a:pPr marL="0" indent="0">
              <a:buNone/>
            </a:pPr>
            <a:endParaRPr lang="en-CN" sz="4800" dirty="0"/>
          </a:p>
        </p:txBody>
      </p:sp>
    </p:spTree>
    <p:extLst>
      <p:ext uri="{BB962C8B-B14F-4D97-AF65-F5344CB8AC3E}">
        <p14:creationId xmlns:p14="http://schemas.microsoft.com/office/powerpoint/2010/main" val="273356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362C-4A02-E340-BB2C-6022B914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5400" dirty="0"/>
              <a:t>Friday 7/16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CB264-39CC-3048-A396-46AD8F0D1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4000" dirty="0"/>
              <a:t>Period 1: 9:15-9:55</a:t>
            </a:r>
          </a:p>
          <a:p>
            <a:r>
              <a:rPr lang="en-CN" sz="4000" dirty="0"/>
              <a:t>Period 2: 10:00-10:40</a:t>
            </a:r>
          </a:p>
          <a:p>
            <a:r>
              <a:rPr lang="en-CN" sz="4000" dirty="0"/>
              <a:t>Period 3: 10:45-11:25</a:t>
            </a:r>
          </a:p>
          <a:p>
            <a:r>
              <a:rPr lang="en-CN" sz="4000" dirty="0"/>
              <a:t>Period 4: READING PERIOD. </a:t>
            </a:r>
          </a:p>
        </p:txBody>
      </p:sp>
    </p:spTree>
    <p:extLst>
      <p:ext uri="{BB962C8B-B14F-4D97-AF65-F5344CB8AC3E}">
        <p14:creationId xmlns:p14="http://schemas.microsoft.com/office/powerpoint/2010/main" val="53591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7C32-E21C-4846-8DC2-D47F074E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4400" b="1" dirty="0"/>
              <a:t>English 2 final presentation: </a:t>
            </a:r>
            <a:br>
              <a:rPr lang="en-CN" sz="4400" b="1" dirty="0"/>
            </a:br>
            <a:r>
              <a:rPr lang="en-CN" sz="4400" b="1" dirty="0"/>
              <a:t>Book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E1F4-BE85-6143-80D6-C79119C09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773887" cy="4021227"/>
          </a:xfrm>
        </p:spPr>
        <p:txBody>
          <a:bodyPr>
            <a:normAutofit/>
          </a:bodyPr>
          <a:lstStyle/>
          <a:p>
            <a:r>
              <a:rPr lang="en-CN" sz="4400" dirty="0"/>
              <a:t>Option 1: You read the book you picked AND make a presentation about that book.</a:t>
            </a:r>
          </a:p>
          <a:p>
            <a:r>
              <a:rPr lang="en-CN" sz="4400" dirty="0"/>
              <a:t>Option 2: You pick a story in our textbook. Read the sotry AND make a presentation. </a:t>
            </a:r>
          </a:p>
        </p:txBody>
      </p:sp>
    </p:spTree>
    <p:extLst>
      <p:ext uri="{BB962C8B-B14F-4D97-AF65-F5344CB8AC3E}">
        <p14:creationId xmlns:p14="http://schemas.microsoft.com/office/powerpoint/2010/main" val="13020583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{9DA66E8A-3306-9D43-A9CE-5AC7F8C8DA05}tf10001058</Template>
  <TotalTime>88</TotalTime>
  <Words>91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Celestial</vt:lpstr>
      <vt:lpstr>English 2  July 15</vt:lpstr>
      <vt:lpstr>Attendance</vt:lpstr>
      <vt:lpstr>Friday 7/16 Schedule</vt:lpstr>
      <vt:lpstr>English 2 final presentation:  Book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2  July 15</dc:title>
  <dc:creator>maxqkeenan@gmail.com</dc:creator>
  <cp:lastModifiedBy>maxqkeenan@gmail.com</cp:lastModifiedBy>
  <cp:revision>4</cp:revision>
  <dcterms:created xsi:type="dcterms:W3CDTF">2021-07-15T05:57:27Z</dcterms:created>
  <dcterms:modified xsi:type="dcterms:W3CDTF">2021-07-15T07:26:01Z</dcterms:modified>
</cp:coreProperties>
</file>
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64" r:id="rId3"/>
    <p:sldId id="267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54"/>
  </p:normalViewPr>
  <p:slideViewPr>
    <p:cSldViewPr snapToGrid="0" snapToObjects="1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3142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5369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313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765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326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3159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985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278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718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3789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531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6013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0214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17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9884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8147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95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3E8506-635C-9A46-AD99-D45F46AE2871}" type="datetimeFigureOut">
              <a:rPr lang="en-CN" smtClean="0"/>
              <a:t>2021/7/20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631F88-F84D-E74B-90ED-2004CFCB1B5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47859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 dirty="0"/>
              <a:t>July 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5715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787"/>
            <a:ext cx="10550471" cy="45255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N" sz="4800" dirty="0"/>
              <a:t>What does it feel like to lose something expensive? Use figurative language to answer the question. </a:t>
            </a:r>
          </a:p>
          <a:p>
            <a:pPr marL="0" indent="0">
              <a:buNone/>
            </a:pPr>
            <a:r>
              <a:rPr lang="en-CN" sz="4800" i="1" dirty="0"/>
              <a:t>Example: Losing something valuable feels like dropping my lunch on the ground in front of everyone as I am walking to my seat. </a:t>
            </a:r>
          </a:p>
        </p:txBody>
      </p:sp>
    </p:spTree>
    <p:extLst>
      <p:ext uri="{BB962C8B-B14F-4D97-AF65-F5344CB8AC3E}">
        <p14:creationId xmlns:p14="http://schemas.microsoft.com/office/powerpoint/2010/main" val="173575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3DD1FD-FDF7-114B-A8E5-41B2ADFA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Amanda and Leah presentations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72269-24D6-0A42-853A-34C860DFC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246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A2D8B8-C51D-824F-8AA0-F596F373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Vocabulary Worksheet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18A92-63E5-8741-90AD-8AFD842B1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6160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DA19-AB2D-704F-A1AD-9E4C3EF6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N" sz="6000" dirty="0"/>
              <a:t>“I came, I saw, I Shopped” </a:t>
            </a:r>
            <a:br>
              <a:rPr lang="en-CN" sz="6000" dirty="0"/>
            </a:br>
            <a:r>
              <a:rPr lang="en-CN" sz="6000" dirty="0"/>
              <a:t>page 366-367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D21F1-76E5-1B4E-A627-81B7198C3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7916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4</TotalTime>
  <Words>70</Words>
  <Application>Microsoft Macintosh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English 2  July 20</vt:lpstr>
      <vt:lpstr>Attendance</vt:lpstr>
      <vt:lpstr>Amanda and Leah presentations</vt:lpstr>
      <vt:lpstr>Vocabulary Worksheet</vt:lpstr>
      <vt:lpstr>“I came, I saw, I Shopped”  page 366-367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20</dc:title>
  <dc:creator>maxqkeenan@gmail.com</dc:creator>
  <cp:lastModifiedBy>maxqkeenan@gmail.com</cp:lastModifiedBy>
  <cp:revision>1</cp:revision>
  <dcterms:created xsi:type="dcterms:W3CDTF">2021-07-20T02:14:02Z</dcterms:created>
  <dcterms:modified xsi:type="dcterms:W3CDTF">2021-07-20T02:18:49Z</dcterms:modified>
</cp:coreProperties>
</file>
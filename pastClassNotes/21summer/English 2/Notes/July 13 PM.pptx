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7" r:id="rId2"/>
    <p:sldId id="264" r:id="rId3"/>
    <p:sldId id="258" r:id="rId4"/>
    <p:sldId id="265" r:id="rId5"/>
    <p:sldId id="266" r:id="rId6"/>
    <p:sldId id="267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81"/>
  </p:normalViewPr>
  <p:slideViewPr>
    <p:cSldViewPr snapToGrid="0" snapToObjects="1">
      <p:cViewPr varScale="1">
        <p:scale>
          <a:sx n="108" d="100"/>
          <a:sy n="108" d="100"/>
        </p:scale>
        <p:origin x="7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4B5B0AEF-0081-EB4A-A5AE-2A8AD30468FE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A3D63FD4-B6E6-8B4E-8A52-0069ABCE6DD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22739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B0AEF-0081-EB4A-A5AE-2A8AD30468FE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63FD4-B6E6-8B4E-8A52-0069ABCE6DD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18086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B0AEF-0081-EB4A-A5AE-2A8AD30468FE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63FD4-B6E6-8B4E-8A52-0069ABCE6DD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77335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B0AEF-0081-EB4A-A5AE-2A8AD30468FE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63FD4-B6E6-8B4E-8A52-0069ABCE6DD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7907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B0AEF-0081-EB4A-A5AE-2A8AD30468FE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63FD4-B6E6-8B4E-8A52-0069ABCE6DD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82950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B0AEF-0081-EB4A-A5AE-2A8AD30468FE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63FD4-B6E6-8B4E-8A52-0069ABCE6DD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31557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B0AEF-0081-EB4A-A5AE-2A8AD30468FE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63FD4-B6E6-8B4E-8A52-0069ABCE6DD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13985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B0AEF-0081-EB4A-A5AE-2A8AD30468FE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63FD4-B6E6-8B4E-8A52-0069ABCE6DD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30460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B0AEF-0081-EB4A-A5AE-2A8AD30468FE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63FD4-B6E6-8B4E-8A52-0069ABCE6DD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77208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B0AEF-0081-EB4A-A5AE-2A8AD30468FE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63FD4-B6E6-8B4E-8A52-0069ABCE6DD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28118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B0AEF-0081-EB4A-A5AE-2A8AD30468FE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63FD4-B6E6-8B4E-8A52-0069ABCE6DD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569049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B0AEF-0081-EB4A-A5AE-2A8AD30468FE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63FD4-B6E6-8B4E-8A52-0069ABCE6DD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827994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B0AEF-0081-EB4A-A5AE-2A8AD30468FE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63FD4-B6E6-8B4E-8A52-0069ABCE6DD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3467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B0AEF-0081-EB4A-A5AE-2A8AD30468FE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63FD4-B6E6-8B4E-8A52-0069ABCE6DD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272737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B0AEF-0081-EB4A-A5AE-2A8AD30468FE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63FD4-B6E6-8B4E-8A52-0069ABCE6DD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4197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B0AEF-0081-EB4A-A5AE-2A8AD30468FE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63FD4-B6E6-8B4E-8A52-0069ABCE6DD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557782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B0AEF-0081-EB4A-A5AE-2A8AD30468FE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63FD4-B6E6-8B4E-8A52-0069ABCE6DD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89051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B5B0AEF-0081-EB4A-A5AE-2A8AD30468FE}" type="datetimeFigureOut">
              <a:rPr lang="en-CN" smtClean="0"/>
              <a:t>2021/7/13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3D63FD4-B6E6-8B4E-8A52-0069ABCE6DD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604423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1EF03-40E6-8849-A1AD-4E7BBAD53D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N" sz="6600" dirty="0"/>
              <a:t>English 2 </a:t>
            </a:r>
            <a:br>
              <a:rPr lang="en-CN" sz="6600" dirty="0"/>
            </a:br>
            <a:r>
              <a:rPr lang="en-CN" sz="6600"/>
              <a:t>July 13</a:t>
            </a:r>
            <a:endParaRPr lang="en-CN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6061E4-33D3-9247-81D5-270AD7368C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CN" sz="4800" dirty="0"/>
              <a:t>Max Keenan</a:t>
            </a:r>
          </a:p>
        </p:txBody>
      </p:sp>
    </p:spTree>
    <p:extLst>
      <p:ext uri="{BB962C8B-B14F-4D97-AF65-F5344CB8AC3E}">
        <p14:creationId xmlns:p14="http://schemas.microsoft.com/office/powerpoint/2010/main" val="3326324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7CD1C-CDDF-734E-9B9D-EAAA8F749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6000" dirty="0"/>
              <a:t>Attendance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7FF32-7DE6-B24C-9413-200FB16B7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N" sz="6000" dirty="0"/>
              <a:t>Think of a funny attendance question.</a:t>
            </a:r>
          </a:p>
          <a:p>
            <a:pPr marL="0" indent="0">
              <a:buNone/>
            </a:pPr>
            <a:endParaRPr lang="en-CN" sz="4800" dirty="0"/>
          </a:p>
        </p:txBody>
      </p:sp>
    </p:spTree>
    <p:extLst>
      <p:ext uri="{BB962C8B-B14F-4D97-AF65-F5344CB8AC3E}">
        <p14:creationId xmlns:p14="http://schemas.microsoft.com/office/powerpoint/2010/main" val="2648892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6D7CE-CBE1-5343-A69B-59450C6D8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6000" dirty="0"/>
              <a:t>The Metamorphosis</a:t>
            </a:r>
          </a:p>
        </p:txBody>
      </p:sp>
      <p:pic>
        <p:nvPicPr>
          <p:cNvPr id="1026" name="Picture 2" descr="Image result for the metamorphosis by kafka">
            <a:extLst>
              <a:ext uri="{FF2B5EF4-FFF2-40B4-BE49-F238E27FC236}">
                <a16:creationId xmlns:a16="http://schemas.microsoft.com/office/drawing/2014/main" id="{135DD248-D3BB-314E-9354-2586C92B5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072" y="2165160"/>
            <a:ext cx="4247059" cy="4269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the metamorphosis by kafka">
            <a:extLst>
              <a:ext uri="{FF2B5EF4-FFF2-40B4-BE49-F238E27FC236}">
                <a16:creationId xmlns:a16="http://schemas.microsoft.com/office/drawing/2014/main" id="{A9646B3A-01E1-B848-8E23-BBA7E8F09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4870" y="1873239"/>
            <a:ext cx="3031650" cy="4642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8491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F3FFB-657A-7C49-8A20-4427F39ED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How does Gregor feel about his job?</a:t>
            </a:r>
            <a:endParaRPr lang="en-CN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C93D0-CDB6-2C47-98B9-A050C5939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453254" cy="3649133"/>
          </a:xfrm>
        </p:spPr>
        <p:txBody>
          <a:bodyPr>
            <a:normAutofit lnSpcReduction="10000"/>
          </a:bodyPr>
          <a:lstStyle/>
          <a:p>
            <a:r>
              <a:rPr lang="en-CN" sz="4400" dirty="0"/>
              <a:t>He has an aversrion to his job. He HATES it!</a:t>
            </a:r>
          </a:p>
          <a:p>
            <a:r>
              <a:rPr lang="en-CN" sz="4400" dirty="0"/>
              <a:t>Cares a lot about his job because his whole family uses his money. He needs to support them. </a:t>
            </a:r>
          </a:p>
          <a:p>
            <a:r>
              <a:rPr lang="en-US" sz="4400" dirty="0"/>
              <a:t>T</a:t>
            </a:r>
            <a:r>
              <a:rPr lang="en-CN" sz="4400" dirty="0"/>
              <a:t>raveling salesman (for clothes). </a:t>
            </a:r>
          </a:p>
        </p:txBody>
      </p:sp>
    </p:spTree>
    <p:extLst>
      <p:ext uri="{BB962C8B-B14F-4D97-AF65-F5344CB8AC3E}">
        <p14:creationId xmlns:p14="http://schemas.microsoft.com/office/powerpoint/2010/main" val="719396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44C97-3E1B-654B-8E51-DED1FFBA5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b="1" dirty="0"/>
              <a:t>What are Gregor's complaints about his job?</a:t>
            </a:r>
            <a:endParaRPr lang="en-CN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7E93C-EAEE-3648-95B3-7079CE085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CN" sz="5400" dirty="0"/>
              <a:t>His job is so busy. </a:t>
            </a:r>
          </a:p>
          <a:p>
            <a:r>
              <a:rPr lang="en-CN" sz="5400" dirty="0"/>
              <a:t>Too much work. No time for rest.</a:t>
            </a:r>
          </a:p>
          <a:p>
            <a:r>
              <a:rPr lang="en-CN" sz="5400" dirty="0"/>
              <a:t>Waking up early.</a:t>
            </a:r>
          </a:p>
          <a:p>
            <a:r>
              <a:rPr lang="en-CN" sz="5400" dirty="0"/>
              <a:t>A lot of travel for work. </a:t>
            </a:r>
          </a:p>
          <a:p>
            <a:r>
              <a:rPr lang="en-CN" sz="5400" dirty="0"/>
              <a:t>Terrible boss. </a:t>
            </a:r>
          </a:p>
        </p:txBody>
      </p:sp>
    </p:spTree>
    <p:extLst>
      <p:ext uri="{BB962C8B-B14F-4D97-AF65-F5344CB8AC3E}">
        <p14:creationId xmlns:p14="http://schemas.microsoft.com/office/powerpoint/2010/main" val="2014590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796EC-C009-8644-995F-53F9BCEF0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9B8B6-5824-C14E-B7B8-E86F221C6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146761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6476F"/>
      </a:dk2>
      <a:lt2>
        <a:srgbClr val="EBEBEB"/>
      </a:lt2>
      <a:accent1>
        <a:srgbClr val="E5B458"/>
      </a:accent1>
      <a:accent2>
        <a:srgbClr val="F77754"/>
      </a:accent2>
      <a:accent3>
        <a:srgbClr val="D8507E"/>
      </a:accent3>
      <a:accent4>
        <a:srgbClr val="BC70EE"/>
      </a:accent4>
      <a:accent5>
        <a:srgbClr val="3CA2E2"/>
      </a:accent5>
      <a:accent6>
        <a:srgbClr val="91BF77"/>
      </a:accent6>
      <a:hlink>
        <a:srgbClr val="71DDAB"/>
      </a:hlink>
      <a:folHlink>
        <a:srgbClr val="A6E4C7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B36E0D05-787B-4C61-8268-2D6C1FBEDA3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{9DA66E8A-3306-9D43-A9CE-5AC7F8C8DA05}tf10001058</Template>
  <TotalTime>53</TotalTime>
  <Words>101</Words>
  <Application>Microsoft Macintosh PowerPoint</Application>
  <PresentationFormat>Widescreen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Celestial</vt:lpstr>
      <vt:lpstr>English 2  July 13</vt:lpstr>
      <vt:lpstr>Attendance</vt:lpstr>
      <vt:lpstr>The Metamorphosis</vt:lpstr>
      <vt:lpstr>How does Gregor feel about his job?</vt:lpstr>
      <vt:lpstr>What are Gregor's complaints about his job?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 2  July 13</dc:title>
  <dc:creator>maxqkeenan@gmail.com</dc:creator>
  <cp:lastModifiedBy>maxqkeenan@gmail.com</cp:lastModifiedBy>
  <cp:revision>4</cp:revision>
  <dcterms:created xsi:type="dcterms:W3CDTF">2021-07-13T05:54:43Z</dcterms:created>
  <dcterms:modified xsi:type="dcterms:W3CDTF">2021-07-13T06:48:33Z</dcterms:modified>
</cp:coreProperties>
</file>
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7" r:id="rId2"/>
    <p:sldId id="264" r:id="rId3"/>
    <p:sldId id="267" r:id="rId4"/>
    <p:sldId id="268" r:id="rId5"/>
    <p:sldId id="269" r:id="rId6"/>
    <p:sldId id="270" r:id="rId7"/>
    <p:sldId id="27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4681"/>
  </p:normalViewPr>
  <p:slideViewPr>
    <p:cSldViewPr snapToGrid="0" snapToObjects="1">
      <p:cViewPr varScale="1">
        <p:scale>
          <a:sx n="108" d="100"/>
          <a:sy n="108" d="100"/>
        </p:scale>
        <p:origin x="7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2CBB1421-F580-724E-A792-D4315B183FE7}" type="datetimeFigureOut">
              <a:rPr lang="en-CN" smtClean="0"/>
              <a:t>2021/7/21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7BA5806A-17B0-1C4C-A361-6E150C40D77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9600652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B1421-F580-724E-A792-D4315B183FE7}" type="datetimeFigureOut">
              <a:rPr lang="en-CN" smtClean="0"/>
              <a:t>2021/7/21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5806A-17B0-1C4C-A361-6E150C40D77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094067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B1421-F580-724E-A792-D4315B183FE7}" type="datetimeFigureOut">
              <a:rPr lang="en-CN" smtClean="0"/>
              <a:t>2021/7/21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5806A-17B0-1C4C-A361-6E150C40D77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951014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B1421-F580-724E-A792-D4315B183FE7}" type="datetimeFigureOut">
              <a:rPr lang="en-CN" smtClean="0"/>
              <a:t>2021/7/21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5806A-17B0-1C4C-A361-6E150C40D77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009541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B1421-F580-724E-A792-D4315B183FE7}" type="datetimeFigureOut">
              <a:rPr lang="en-CN" smtClean="0"/>
              <a:t>2021/7/21</a:t>
            </a:fld>
            <a:endParaRPr lang="en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5806A-17B0-1C4C-A361-6E150C40D77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59576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B1421-F580-724E-A792-D4315B183FE7}" type="datetimeFigureOut">
              <a:rPr lang="en-CN" smtClean="0"/>
              <a:t>2021/7/21</a:t>
            </a:fld>
            <a:endParaRPr lang="en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5806A-17B0-1C4C-A361-6E150C40D77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80191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B1421-F580-724E-A792-D4315B183FE7}" type="datetimeFigureOut">
              <a:rPr lang="en-CN" smtClean="0"/>
              <a:t>2021/7/21</a:t>
            </a:fld>
            <a:endParaRPr lang="en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5806A-17B0-1C4C-A361-6E150C40D77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80383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B1421-F580-724E-A792-D4315B183FE7}" type="datetimeFigureOut">
              <a:rPr lang="en-CN" smtClean="0"/>
              <a:t>2021/7/21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5806A-17B0-1C4C-A361-6E150C40D77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089465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B1421-F580-724E-A792-D4315B183FE7}" type="datetimeFigureOut">
              <a:rPr lang="en-CN" smtClean="0"/>
              <a:t>2021/7/21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5806A-17B0-1C4C-A361-6E150C40D77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004661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B1421-F580-724E-A792-D4315B183FE7}" type="datetimeFigureOut">
              <a:rPr lang="en-CN" smtClean="0"/>
              <a:t>2021/7/21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5806A-17B0-1C4C-A361-6E150C40D77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586726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B1421-F580-724E-A792-D4315B183FE7}" type="datetimeFigureOut">
              <a:rPr lang="en-CN" smtClean="0"/>
              <a:t>2021/7/21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5806A-17B0-1C4C-A361-6E150C40D77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749591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B1421-F580-724E-A792-D4315B183FE7}" type="datetimeFigureOut">
              <a:rPr lang="en-CN" smtClean="0"/>
              <a:t>2021/7/21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5806A-17B0-1C4C-A361-6E150C40D77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857548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B1421-F580-724E-A792-D4315B183FE7}" type="datetimeFigureOut">
              <a:rPr lang="en-CN" smtClean="0"/>
              <a:t>2021/7/21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5806A-17B0-1C4C-A361-6E150C40D77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480772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B1421-F580-724E-A792-D4315B183FE7}" type="datetimeFigureOut">
              <a:rPr lang="en-CN" smtClean="0"/>
              <a:t>2021/7/21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5806A-17B0-1C4C-A361-6E150C40D77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0413192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B1421-F580-724E-A792-D4315B183FE7}" type="datetimeFigureOut">
              <a:rPr lang="en-CN" smtClean="0"/>
              <a:t>2021/7/21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5806A-17B0-1C4C-A361-6E150C40D77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40552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B1421-F580-724E-A792-D4315B183FE7}" type="datetimeFigureOut">
              <a:rPr lang="en-CN" smtClean="0"/>
              <a:t>2021/7/21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5806A-17B0-1C4C-A361-6E150C40D77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1326818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B1421-F580-724E-A792-D4315B183FE7}" type="datetimeFigureOut">
              <a:rPr lang="en-CN" smtClean="0"/>
              <a:t>2021/7/21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5806A-17B0-1C4C-A361-6E150C40D77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57456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CBB1421-F580-724E-A792-D4315B183FE7}" type="datetimeFigureOut">
              <a:rPr lang="en-CN" smtClean="0"/>
              <a:t>2021/7/21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BA5806A-17B0-1C4C-A361-6E150C40D77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799216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1EF03-40E6-8849-A1AD-4E7BBAD53D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CN" sz="6600" dirty="0"/>
              <a:t>English 2 </a:t>
            </a:r>
            <a:br>
              <a:rPr lang="en-CN" sz="6600" dirty="0"/>
            </a:br>
            <a:r>
              <a:rPr lang="en-CN" sz="6600" dirty="0"/>
              <a:t>July 21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6061E4-33D3-9247-81D5-270AD7368C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CN" sz="4800" dirty="0"/>
              <a:t>Max Keenan</a:t>
            </a:r>
          </a:p>
        </p:txBody>
      </p:sp>
    </p:spTree>
    <p:extLst>
      <p:ext uri="{BB962C8B-B14F-4D97-AF65-F5344CB8AC3E}">
        <p14:creationId xmlns:p14="http://schemas.microsoft.com/office/powerpoint/2010/main" val="1985693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7CD1C-CDDF-734E-9B9D-EAAA8F749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N" sz="6000" dirty="0"/>
              <a:t>Attendance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F7FF32-7DE6-B24C-9413-200FB16B7C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952787"/>
            <a:ext cx="10550471" cy="452550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CN" sz="4800" dirty="0"/>
              <a:t>If you could travel to any place in China today for free, where would you go? </a:t>
            </a:r>
            <a:r>
              <a:rPr lang="en-US" sz="4800" dirty="0"/>
              <a:t>W</a:t>
            </a:r>
            <a:r>
              <a:rPr lang="en-CN" sz="4800" dirty="0"/>
              <a:t>hy?</a:t>
            </a:r>
          </a:p>
          <a:p>
            <a:pPr marL="0" indent="0">
              <a:buNone/>
            </a:pPr>
            <a:r>
              <a:rPr lang="en-CN" sz="4800" i="1" dirty="0"/>
              <a:t>Example: I would travel to Chengdu, beca</a:t>
            </a:r>
            <a:r>
              <a:rPr lang="en-US" sz="4800" i="1" dirty="0"/>
              <a:t>us</a:t>
            </a:r>
            <a:r>
              <a:rPr lang="en-CN" sz="4800" i="1" dirty="0"/>
              <a:t>e I love to eat spicy hot pot and chengdu is famous for its hotpot. </a:t>
            </a:r>
          </a:p>
        </p:txBody>
      </p:sp>
    </p:spTree>
    <p:extLst>
      <p:ext uri="{BB962C8B-B14F-4D97-AF65-F5344CB8AC3E}">
        <p14:creationId xmlns:p14="http://schemas.microsoft.com/office/powerpoint/2010/main" val="3499813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F7E42AD-7C34-A542-A827-9A04AE7BC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The Necklace page 372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6FD4238-4AD0-8748-B6E4-A62E4594DC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CN" sz="4000" dirty="0"/>
              <a:t>“Things are not always as the appear.” – some famous man or woman. </a:t>
            </a:r>
          </a:p>
          <a:p>
            <a:r>
              <a:rPr lang="en-CN" sz="4000" dirty="0"/>
              <a:t>The original necklace was fake. </a:t>
            </a:r>
          </a:p>
          <a:p>
            <a:r>
              <a:rPr lang="en-CN" sz="4000" dirty="0"/>
              <a:t>They say they are close friends but mathilde doesn’t tell her the truth. </a:t>
            </a:r>
          </a:p>
          <a:p>
            <a:r>
              <a:rPr lang="en-CN" sz="4000" dirty="0"/>
              <a:t>The friend doesn’t feel bad. </a:t>
            </a:r>
          </a:p>
          <a:p>
            <a:endParaRPr lang="en-CN" sz="4000" dirty="0"/>
          </a:p>
        </p:txBody>
      </p:sp>
    </p:spTree>
    <p:extLst>
      <p:ext uri="{BB962C8B-B14F-4D97-AF65-F5344CB8AC3E}">
        <p14:creationId xmlns:p14="http://schemas.microsoft.com/office/powerpoint/2010/main" val="31629712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DBA7F-1715-0041-855C-7C16062BF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The Necklace page 381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56747-DB6C-8246-8CE0-91F589BB0C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N" sz="4400" dirty="0"/>
              <a:t>Comprehension Check #1-4. </a:t>
            </a:r>
          </a:p>
        </p:txBody>
      </p:sp>
    </p:spTree>
    <p:extLst>
      <p:ext uri="{BB962C8B-B14F-4D97-AF65-F5344CB8AC3E}">
        <p14:creationId xmlns:p14="http://schemas.microsoft.com/office/powerpoint/2010/main" val="6557776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51E43-8153-6445-BE37-933DE9A79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The Necklace page 383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9655ED-7B84-254F-A87D-EAFFDA239B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N" sz="4400" dirty="0"/>
              <a:t>Analyze Craft and Structure: Literary Devices </a:t>
            </a:r>
            <a:r>
              <a:rPr lang="en-CN" sz="4400" i="1" u="sng" dirty="0"/>
              <a:t>Irony</a:t>
            </a:r>
            <a:r>
              <a:rPr lang="en-CN" sz="4400" dirty="0"/>
              <a:t>.</a:t>
            </a:r>
            <a:endParaRPr lang="en-CN" sz="4400" i="1" u="sng" dirty="0"/>
          </a:p>
        </p:txBody>
      </p:sp>
    </p:spTree>
    <p:extLst>
      <p:ext uri="{BB962C8B-B14F-4D97-AF65-F5344CB8AC3E}">
        <p14:creationId xmlns:p14="http://schemas.microsoft.com/office/powerpoint/2010/main" val="2601972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754B6-29BC-804B-B3FA-8622DDE26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The Necklace page 385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BF061E-4972-4340-85A6-0110CFB139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N" sz="4400" dirty="0"/>
              <a:t>Conventions: </a:t>
            </a:r>
            <a:r>
              <a:rPr lang="en-CN" sz="4400" i="1" u="sng" dirty="0"/>
              <a:t>Punctuation</a:t>
            </a:r>
            <a:r>
              <a:rPr lang="en-CN" sz="4400" dirty="0"/>
              <a:t>.</a:t>
            </a:r>
          </a:p>
          <a:p>
            <a:r>
              <a:rPr lang="en-CN" sz="4400" dirty="0"/>
              <a:t>What is a semicolon (;)??</a:t>
            </a:r>
          </a:p>
          <a:p>
            <a:r>
              <a:rPr lang="en-CN" sz="4400" dirty="0"/>
              <a:t>Madame Loisel was a jealous woman; she wanted only the finest things in life. </a:t>
            </a:r>
          </a:p>
        </p:txBody>
      </p:sp>
    </p:spTree>
    <p:extLst>
      <p:ext uri="{BB962C8B-B14F-4D97-AF65-F5344CB8AC3E}">
        <p14:creationId xmlns:p14="http://schemas.microsoft.com/office/powerpoint/2010/main" val="6684715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CA8F9-F7FA-CC4A-A4FF-5AF58B08F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All that Glitters Essay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4A83F-5E18-114E-BA06-2F25E95433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N" sz="4400" dirty="0"/>
              <a:t>Writing Guide document. </a:t>
            </a:r>
          </a:p>
        </p:txBody>
      </p:sp>
    </p:spTree>
    <p:extLst>
      <p:ext uri="{BB962C8B-B14F-4D97-AF65-F5344CB8AC3E}">
        <p14:creationId xmlns:p14="http://schemas.microsoft.com/office/powerpoint/2010/main" val="344634915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04C7E"/>
      </a:dk2>
      <a:lt2>
        <a:srgbClr val="EBEBEB"/>
      </a:lt2>
      <a:accent1>
        <a:srgbClr val="94CE67"/>
      </a:accent1>
      <a:accent2>
        <a:srgbClr val="49D1CD"/>
      </a:accent2>
      <a:accent3>
        <a:srgbClr val="61A5D6"/>
      </a:accent3>
      <a:accent4>
        <a:srgbClr val="9D8CD3"/>
      </a:accent4>
      <a:accent5>
        <a:srgbClr val="E45C8A"/>
      </a:accent5>
      <a:accent6>
        <a:srgbClr val="F98C61"/>
      </a:accent6>
      <a:hlink>
        <a:srgbClr val="AAF172"/>
      </a:hlink>
      <a:folHlink>
        <a:srgbClr val="E7F19A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E44E6A2F-09CD-4BE0-B42D-107FF03CEE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{9DA66E8A-3306-9D43-A9CE-5AC7F8C8DA05}tf10001058</Template>
  <TotalTime>161</TotalTime>
  <Words>160</Words>
  <Application>Microsoft Macintosh PowerPoint</Application>
  <PresentationFormat>Widescreen</PresentationFormat>
  <Paragraphs>20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Celestial</vt:lpstr>
      <vt:lpstr>English 2  July 21</vt:lpstr>
      <vt:lpstr>Attendance</vt:lpstr>
      <vt:lpstr>The Necklace page 372</vt:lpstr>
      <vt:lpstr>The Necklace page 381</vt:lpstr>
      <vt:lpstr>The Necklace page 383</vt:lpstr>
      <vt:lpstr>The Necklace page 385</vt:lpstr>
      <vt:lpstr>All that Glitters Essay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English 2  July 21</dc:title>
  <dc:creator>maxqkeenan@gmail.com</dc:creator>
  <cp:lastModifiedBy>maxqkeenan@gmail.com</cp:lastModifiedBy>
  <cp:revision>7</cp:revision>
  <dcterms:created xsi:type="dcterms:W3CDTF">2021-07-21T00:46:25Z</dcterms:created>
  <dcterms:modified xsi:type="dcterms:W3CDTF">2021-07-21T03:27:31Z</dcterms:modified>
</cp:coreProperties>
</file>
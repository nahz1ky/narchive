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3" r:id="rId3"/>
    <p:sldId id="264" r:id="rId4"/>
    <p:sldId id="259" r:id="rId5"/>
    <p:sldId id="258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0"/>
    <p:restoredTop sz="94648"/>
  </p:normalViewPr>
  <p:slideViewPr>
    <p:cSldViewPr snapToGrid="0" snapToObjects="1">
      <p:cViewPr varScale="1">
        <p:scale>
          <a:sx n="91" d="100"/>
          <a:sy n="91" d="100"/>
        </p:scale>
        <p:origin x="10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8743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352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791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898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789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200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092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908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124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647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9932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9796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5098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9088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130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445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004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4DDC6E-F7C4-834B-BE00-A5B9E39FBA92}" type="datetimeFigureOut">
              <a:rPr lang="en-CN" smtClean="0"/>
              <a:t>2021/7/12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381CB6-DA49-DE4A-AC3E-14AE3A9BD3B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4484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EF03-40E6-8849-A1AD-4E7BBAD5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N" sz="6600" dirty="0"/>
              <a:t>English 2 </a:t>
            </a:r>
            <a:br>
              <a:rPr lang="en-CN" sz="6600" dirty="0"/>
            </a:br>
            <a:r>
              <a:rPr lang="en-CN" sz="6600" dirty="0"/>
              <a:t>July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061E4-33D3-9247-81D5-270AD7368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Max Keenan</a:t>
            </a:r>
          </a:p>
        </p:txBody>
      </p:sp>
    </p:spTree>
    <p:extLst>
      <p:ext uri="{BB962C8B-B14F-4D97-AF65-F5344CB8AC3E}">
        <p14:creationId xmlns:p14="http://schemas.microsoft.com/office/powerpoint/2010/main" val="27166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3B0C-545F-A44F-A642-23216643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5CB6-3D09-8C49-83C5-A914B53FF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58733"/>
          </a:xfrm>
        </p:spPr>
        <p:txBody>
          <a:bodyPr>
            <a:normAutofit/>
          </a:bodyPr>
          <a:lstStyle/>
          <a:p>
            <a:r>
              <a:rPr lang="en-CN" sz="6000" dirty="0"/>
              <a:t>Class times. </a:t>
            </a:r>
          </a:p>
          <a:p>
            <a:r>
              <a:rPr lang="en-CN" sz="6000" dirty="0"/>
              <a:t>Afternoon today. </a:t>
            </a:r>
          </a:p>
          <a:p>
            <a:r>
              <a:rPr lang="en-CN" sz="6000" dirty="0"/>
              <a:t>Reading periods =  self study. </a:t>
            </a:r>
          </a:p>
        </p:txBody>
      </p:sp>
    </p:spTree>
    <p:extLst>
      <p:ext uri="{BB962C8B-B14F-4D97-AF65-F5344CB8AC3E}">
        <p14:creationId xmlns:p14="http://schemas.microsoft.com/office/powerpoint/2010/main" val="42612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CD1C-CDDF-734E-9B9D-EAAA8F74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6000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7FF32-7DE6-B24C-9413-200FB16B7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N" sz="6000" dirty="0"/>
              <a:t>What does it feel like to be successful? Use figurative language to describe the feeling. </a:t>
            </a:r>
          </a:p>
          <a:p>
            <a:pPr marL="0" indent="0">
              <a:buNone/>
            </a:pPr>
            <a:r>
              <a:rPr lang="en-CN" sz="4800" dirty="0"/>
              <a:t>EXAMPLE: Being successful feels like jumping into a freshley clean bed. </a:t>
            </a:r>
          </a:p>
        </p:txBody>
      </p:sp>
    </p:spTree>
    <p:extLst>
      <p:ext uri="{BB962C8B-B14F-4D97-AF65-F5344CB8AC3E}">
        <p14:creationId xmlns:p14="http://schemas.microsoft.com/office/powerpoint/2010/main" val="140955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1638-F326-F549-8535-65DC2C50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</a:t>
            </a:r>
            <a:r>
              <a:rPr lang="en-CN" sz="6000" dirty="0"/>
              <a:t>he metamorphasis</a:t>
            </a:r>
          </a:p>
        </p:txBody>
      </p:sp>
      <p:pic>
        <p:nvPicPr>
          <p:cNvPr id="1026" name="Picture 2" descr="Image result for the metamorphasis">
            <a:extLst>
              <a:ext uri="{FF2B5EF4-FFF2-40B4-BE49-F238E27FC236}">
                <a16:creationId xmlns:a16="http://schemas.microsoft.com/office/drawing/2014/main" id="{DB1433E6-BD08-B245-9CE7-11E7395DA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065867"/>
            <a:ext cx="3542710" cy="437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he metamorphasis">
            <a:extLst>
              <a:ext uri="{FF2B5EF4-FFF2-40B4-BE49-F238E27FC236}">
                <a16:creationId xmlns:a16="http://schemas.microsoft.com/office/drawing/2014/main" id="{96D8FB66-C0C4-0747-BC88-F713962E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207" y="2065867"/>
            <a:ext cx="3086430" cy="437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the metamorphasis">
            <a:extLst>
              <a:ext uri="{FF2B5EF4-FFF2-40B4-BE49-F238E27FC236}">
                <a16:creationId xmlns:a16="http://schemas.microsoft.com/office/drawing/2014/main" id="{A7696C7C-982F-7F4D-A2BE-79BBAA435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333" y="2055735"/>
            <a:ext cx="2995329" cy="438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29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00AD-AE54-5F40-8CFA-CF340EB3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</a:t>
            </a:r>
            <a:r>
              <a:rPr lang="en-CN" sz="6000" dirty="0"/>
              <a:t>he metamorphasis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3810-250E-4748-AC32-28F323C7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N" sz="4800" dirty="0"/>
              <a:t>Journal 2</a:t>
            </a:r>
          </a:p>
          <a:p>
            <a:pPr lvl="1"/>
            <a:r>
              <a:rPr lang="en-CN" sz="5200" i="1" dirty="0">
                <a:solidFill>
                  <a:srgbClr val="FFFF00"/>
                </a:solidFill>
              </a:rPr>
              <a:t>Is being alone a natural part of life? </a:t>
            </a:r>
            <a:r>
              <a:rPr lang="en-CN" sz="4600" dirty="0"/>
              <a:t>Answer the question, then explain why your answer is correct with an example from literature AND an example from your life. </a:t>
            </a:r>
          </a:p>
        </p:txBody>
      </p:sp>
    </p:spTree>
    <p:extLst>
      <p:ext uri="{BB962C8B-B14F-4D97-AF65-F5344CB8AC3E}">
        <p14:creationId xmlns:p14="http://schemas.microsoft.com/office/powerpoint/2010/main" val="196206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1568-932F-9349-AA4A-650BB3E6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solidFill>
                  <a:prstClr val="white"/>
                </a:solidFill>
              </a:rPr>
              <a:t>T</a:t>
            </a:r>
            <a:r>
              <a:rPr lang="en-CN" sz="6000" dirty="0">
                <a:solidFill>
                  <a:prstClr val="white"/>
                </a:solidFill>
              </a:rPr>
              <a:t>he metamorphasis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18D60-6587-2E4A-9D4B-B9F922159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4800" dirty="0"/>
              <a:t>Homework: </a:t>
            </a:r>
          </a:p>
          <a:p>
            <a:pPr marL="914400" indent="-914400">
              <a:buFont typeface="+mj-lt"/>
              <a:buAutoNum type="arabicPeriod"/>
            </a:pPr>
            <a:r>
              <a:rPr lang="en-CN" sz="4800" dirty="0"/>
              <a:t>Vocabulary worksheet.</a:t>
            </a:r>
          </a:p>
          <a:p>
            <a:pPr marL="914400" indent="-914400">
              <a:buFont typeface="+mj-lt"/>
              <a:buAutoNum type="arabicPeriod"/>
            </a:pPr>
            <a:r>
              <a:rPr lang="en-CN" sz="4800" dirty="0"/>
              <a:t>READ </a:t>
            </a:r>
            <a:r>
              <a:rPr lang="en-CN" sz="4800"/>
              <a:t>pages 137-151</a:t>
            </a:r>
            <a:r>
              <a:rPr lang="en-CN" sz="4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5637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{9DA66E8A-3306-9D43-A9CE-5AC7F8C8DA05}tf10001058</Template>
  <TotalTime>69</TotalTime>
  <Words>103</Words>
  <Application>Microsoft Macintosh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English 2  July 12</vt:lpstr>
      <vt:lpstr>schedule</vt:lpstr>
      <vt:lpstr>Attendance</vt:lpstr>
      <vt:lpstr>The metamorphasis</vt:lpstr>
      <vt:lpstr>The metamorphasis</vt:lpstr>
      <vt:lpstr>The metamorphasis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2  July 12</dc:title>
  <dc:creator>maxqkeenan@gmail.com</dc:creator>
  <cp:lastModifiedBy>maxqkeenan@gmail.com</cp:lastModifiedBy>
  <cp:revision>4</cp:revision>
  <dcterms:created xsi:type="dcterms:W3CDTF">2021-07-12T05:32:34Z</dcterms:created>
  <dcterms:modified xsi:type="dcterms:W3CDTF">2021-07-12T06:41:38Z</dcterms:modified>
</cp:coreProperties>
</file>
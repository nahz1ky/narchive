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1"/>
  </p:sldMasterIdLst>
  <p:sldIdLst>
    <p:sldId id="257" r:id="rId2"/>
    <p:sldId id="264" r:id="rId3"/>
    <p:sldId id="258" r:id="rId4"/>
    <p:sldId id="265" r:id="rId5"/>
    <p:sldId id="266" r:id="rId6"/>
    <p:sldId id="267" r:id="rId7"/>
    <p:sldId id="268" r:id="rId8"/>
    <p:sldId id="269" r:id="rId9"/>
    <p:sldId id="271" r:id="rId10"/>
    <p:sldId id="270"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92"/>
  </p:normalViewPr>
  <p:slideViewPr>
    <p:cSldViewPr snapToGrid="0" snapToObjects="1">
      <p:cViewPr varScale="1">
        <p:scale>
          <a:sx n="107" d="100"/>
          <a:sy n="107" d="100"/>
        </p:scale>
        <p:origin x="736"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cat>
            <c:strRef>
              <c:f>Sheet1!$A$2:$A$5</c:f>
              <c:strCache>
                <c:ptCount val="2"/>
                <c:pt idx="0">
                  <c:v>Gregor</c:v>
                </c:pt>
                <c:pt idx="1">
                  <c:v>Bug</c:v>
                </c:pt>
              </c:strCache>
            </c:strRef>
          </c:cat>
          <c:val>
            <c:numRef>
              <c:f>Sheet1!$B$2:$B$5</c:f>
              <c:numCache>
                <c:formatCode>General</c:formatCode>
                <c:ptCount val="4"/>
                <c:pt idx="0">
                  <c:v>0.5</c:v>
                </c:pt>
                <c:pt idx="1">
                  <c:v>0.5</c:v>
                </c:pt>
              </c:numCache>
            </c:numRef>
          </c:val>
          <c:extLst>
            <c:ext xmlns:c16="http://schemas.microsoft.com/office/drawing/2014/chart" uri="{C3380CC4-5D6E-409C-BE32-E72D297353CC}">
              <c16:uniqueId val="{00000000-0F5C-D14D-AB5B-A8F9E6059B21}"/>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2"/>
        <c:delete val="1"/>
      </c:legendEntry>
      <c:legendEntry>
        <c:idx val="3"/>
        <c:delete val="1"/>
      </c:legendEntry>
      <c:layout>
        <c:manualLayout>
          <c:xMode val="edge"/>
          <c:yMode val="edge"/>
          <c:x val="0.60292959776142052"/>
          <c:y val="4.1465209655031074E-2"/>
          <c:w val="0.37577655660482107"/>
          <c:h val="0.47136638954511406"/>
        </c:manualLayout>
      </c:layout>
      <c:overlay val="0"/>
      <c:spPr>
        <a:noFill/>
        <a:ln>
          <a:noFill/>
        </a:ln>
        <a:effectLst/>
      </c:spPr>
      <c:txPr>
        <a:bodyPr rot="0" spcFirstLastPara="1" vertOverflow="ellipsis" vert="horz" wrap="square" anchor="ctr" anchorCtr="1"/>
        <a:lstStyle/>
        <a:p>
          <a:pPr>
            <a:defRPr sz="3600" b="0" i="0" u="none" strike="noStrike" kern="1200" baseline="0">
              <a:solidFill>
                <a:schemeClr val="tx1">
                  <a:lumMod val="65000"/>
                  <a:lumOff val="35000"/>
                </a:schemeClr>
              </a:solidFill>
              <a:latin typeface="+mn-lt"/>
              <a:ea typeface="+mn-ea"/>
              <a:cs typeface="+mn-cs"/>
            </a:defRPr>
          </a:pPr>
          <a:endParaRPr lang="en-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E4160679-CAF4-4F43-9C56-0A8F5DAB45F9}" type="datetimeFigureOut">
              <a:rPr lang="en-CN" smtClean="0"/>
              <a:t>2021/7/15</a:t>
            </a:fld>
            <a:endParaRPr lang="en-CN"/>
          </a:p>
        </p:txBody>
      </p:sp>
      <p:sp>
        <p:nvSpPr>
          <p:cNvPr id="5" name="Footer Placeholder 4"/>
          <p:cNvSpPr>
            <a:spLocks noGrp="1"/>
          </p:cNvSpPr>
          <p:nvPr>
            <p:ph type="ftr" sz="quarter" idx="11"/>
          </p:nvPr>
        </p:nvSpPr>
        <p:spPr>
          <a:xfrm>
            <a:off x="3962399" y="5870575"/>
            <a:ext cx="4893958" cy="377825"/>
          </a:xfrm>
        </p:spPr>
        <p:txBody>
          <a:bodyPr/>
          <a:lstStyle/>
          <a:p>
            <a:endParaRPr lang="en-CN"/>
          </a:p>
        </p:txBody>
      </p:sp>
      <p:sp>
        <p:nvSpPr>
          <p:cNvPr id="6" name="Slide Number Placeholder 5"/>
          <p:cNvSpPr>
            <a:spLocks noGrp="1"/>
          </p:cNvSpPr>
          <p:nvPr>
            <p:ph type="sldNum" sz="quarter" idx="12"/>
          </p:nvPr>
        </p:nvSpPr>
        <p:spPr>
          <a:xfrm>
            <a:off x="10608958" y="5870575"/>
            <a:ext cx="551167" cy="377825"/>
          </a:xfrm>
        </p:spPr>
        <p:txBody>
          <a:bodyPr/>
          <a:lstStyle/>
          <a:p>
            <a:fld id="{4BF0DEE6-E0CF-CE4B-B09C-571F6CE0BAE2}" type="slidenum">
              <a:rPr lang="en-CN" smtClean="0"/>
              <a:t>‹#›</a:t>
            </a:fld>
            <a:endParaRPr lang="en-CN"/>
          </a:p>
        </p:txBody>
      </p:sp>
    </p:spTree>
    <p:extLst>
      <p:ext uri="{BB962C8B-B14F-4D97-AF65-F5344CB8AC3E}">
        <p14:creationId xmlns:p14="http://schemas.microsoft.com/office/powerpoint/2010/main" val="2789504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160679-CAF4-4F43-9C56-0A8F5DAB45F9}" type="datetimeFigureOut">
              <a:rPr lang="en-CN" smtClean="0"/>
              <a:t>2021/7/15</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4BF0DEE6-E0CF-CE4B-B09C-571F6CE0BAE2}" type="slidenum">
              <a:rPr lang="en-CN" smtClean="0"/>
              <a:t>‹#›</a:t>
            </a:fld>
            <a:endParaRPr lang="en-CN"/>
          </a:p>
        </p:txBody>
      </p:sp>
    </p:spTree>
    <p:extLst>
      <p:ext uri="{BB962C8B-B14F-4D97-AF65-F5344CB8AC3E}">
        <p14:creationId xmlns:p14="http://schemas.microsoft.com/office/powerpoint/2010/main" val="966881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160679-CAF4-4F43-9C56-0A8F5DAB45F9}" type="datetimeFigureOut">
              <a:rPr lang="en-CN" smtClean="0"/>
              <a:t>2021/7/15</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4BF0DEE6-E0CF-CE4B-B09C-571F6CE0BAE2}" type="slidenum">
              <a:rPr lang="en-CN" smtClean="0"/>
              <a:t>‹#›</a:t>
            </a:fld>
            <a:endParaRPr lang="en-CN"/>
          </a:p>
        </p:txBody>
      </p:sp>
    </p:spTree>
    <p:extLst>
      <p:ext uri="{BB962C8B-B14F-4D97-AF65-F5344CB8AC3E}">
        <p14:creationId xmlns:p14="http://schemas.microsoft.com/office/powerpoint/2010/main" val="1349369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4160679-CAF4-4F43-9C56-0A8F5DAB45F9}" type="datetimeFigureOut">
              <a:rPr lang="en-CN" smtClean="0"/>
              <a:t>2021/7/15</a:t>
            </a:fld>
            <a:endParaRPr lang="en-CN"/>
          </a:p>
        </p:txBody>
      </p:sp>
      <p:sp>
        <p:nvSpPr>
          <p:cNvPr id="6" name="Footer Placeholder 5"/>
          <p:cNvSpPr>
            <a:spLocks noGrp="1"/>
          </p:cNvSpPr>
          <p:nvPr>
            <p:ph type="ftr" sz="quarter" idx="11"/>
          </p:nvPr>
        </p:nvSpPr>
        <p:spPr/>
        <p:txBody>
          <a:bodyPr/>
          <a:lstStyle/>
          <a:p>
            <a:endParaRPr lang="en-CN"/>
          </a:p>
        </p:txBody>
      </p:sp>
      <p:sp>
        <p:nvSpPr>
          <p:cNvPr id="7" name="Slide Number Placeholder 6"/>
          <p:cNvSpPr>
            <a:spLocks noGrp="1"/>
          </p:cNvSpPr>
          <p:nvPr>
            <p:ph type="sldNum" sz="quarter" idx="12"/>
          </p:nvPr>
        </p:nvSpPr>
        <p:spPr/>
        <p:txBody>
          <a:bodyPr/>
          <a:lstStyle/>
          <a:p>
            <a:fld id="{4BF0DEE6-E0CF-CE4B-B09C-571F6CE0BAE2}" type="slidenum">
              <a:rPr lang="en-CN" smtClean="0"/>
              <a:t>‹#›</a:t>
            </a:fld>
            <a:endParaRPr lang="en-CN"/>
          </a:p>
        </p:txBody>
      </p:sp>
    </p:spTree>
    <p:extLst>
      <p:ext uri="{BB962C8B-B14F-4D97-AF65-F5344CB8AC3E}">
        <p14:creationId xmlns:p14="http://schemas.microsoft.com/office/powerpoint/2010/main" val="2985698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4160679-CAF4-4F43-9C56-0A8F5DAB45F9}" type="datetimeFigureOut">
              <a:rPr lang="en-CN" smtClean="0"/>
              <a:t>2021/7/15</a:t>
            </a:fld>
            <a:endParaRPr lang="en-CN"/>
          </a:p>
        </p:txBody>
      </p:sp>
      <p:sp>
        <p:nvSpPr>
          <p:cNvPr id="8" name="Footer Placeholder 7"/>
          <p:cNvSpPr>
            <a:spLocks noGrp="1"/>
          </p:cNvSpPr>
          <p:nvPr>
            <p:ph type="ftr" sz="quarter" idx="11"/>
          </p:nvPr>
        </p:nvSpPr>
        <p:spPr/>
        <p:txBody>
          <a:bodyPr/>
          <a:lstStyle/>
          <a:p>
            <a:endParaRPr lang="en-CN"/>
          </a:p>
        </p:txBody>
      </p:sp>
      <p:sp>
        <p:nvSpPr>
          <p:cNvPr id="9" name="Slide Number Placeholder 8"/>
          <p:cNvSpPr>
            <a:spLocks noGrp="1"/>
          </p:cNvSpPr>
          <p:nvPr>
            <p:ph type="sldNum" sz="quarter" idx="12"/>
          </p:nvPr>
        </p:nvSpPr>
        <p:spPr/>
        <p:txBody>
          <a:bodyPr/>
          <a:lstStyle/>
          <a:p>
            <a:fld id="{4BF0DEE6-E0CF-CE4B-B09C-571F6CE0BAE2}" type="slidenum">
              <a:rPr lang="en-CN" smtClean="0"/>
              <a:t>‹#›</a:t>
            </a:fld>
            <a:endParaRPr lang="en-CN"/>
          </a:p>
        </p:txBody>
      </p:sp>
    </p:spTree>
    <p:extLst>
      <p:ext uri="{BB962C8B-B14F-4D97-AF65-F5344CB8AC3E}">
        <p14:creationId xmlns:p14="http://schemas.microsoft.com/office/powerpoint/2010/main" val="5643138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4160679-CAF4-4F43-9C56-0A8F5DAB45F9}" type="datetimeFigureOut">
              <a:rPr lang="en-CN" smtClean="0"/>
              <a:t>2021/7/15</a:t>
            </a:fld>
            <a:endParaRPr lang="en-CN"/>
          </a:p>
        </p:txBody>
      </p:sp>
      <p:sp>
        <p:nvSpPr>
          <p:cNvPr id="4" name="Footer Placeholder 3"/>
          <p:cNvSpPr>
            <a:spLocks noGrp="1"/>
          </p:cNvSpPr>
          <p:nvPr>
            <p:ph type="ftr" sz="quarter" idx="11"/>
          </p:nvPr>
        </p:nvSpPr>
        <p:spPr/>
        <p:txBody>
          <a:bodyPr/>
          <a:lstStyle/>
          <a:p>
            <a:endParaRPr lang="en-CN"/>
          </a:p>
        </p:txBody>
      </p:sp>
      <p:sp>
        <p:nvSpPr>
          <p:cNvPr id="5" name="Slide Number Placeholder 4"/>
          <p:cNvSpPr>
            <a:spLocks noGrp="1"/>
          </p:cNvSpPr>
          <p:nvPr>
            <p:ph type="sldNum" sz="quarter" idx="12"/>
          </p:nvPr>
        </p:nvSpPr>
        <p:spPr/>
        <p:txBody>
          <a:bodyPr/>
          <a:lstStyle/>
          <a:p>
            <a:fld id="{4BF0DEE6-E0CF-CE4B-B09C-571F6CE0BAE2}" type="slidenum">
              <a:rPr lang="en-CN" smtClean="0"/>
              <a:t>‹#›</a:t>
            </a:fld>
            <a:endParaRPr lang="en-CN"/>
          </a:p>
        </p:txBody>
      </p:sp>
    </p:spTree>
    <p:extLst>
      <p:ext uri="{BB962C8B-B14F-4D97-AF65-F5344CB8AC3E}">
        <p14:creationId xmlns:p14="http://schemas.microsoft.com/office/powerpoint/2010/main" val="40897875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E4160679-CAF4-4F43-9C56-0A8F5DAB45F9}" type="datetimeFigureOut">
              <a:rPr lang="en-CN" smtClean="0"/>
              <a:t>2021/7/15</a:t>
            </a:fld>
            <a:endParaRPr lang="en-CN"/>
          </a:p>
        </p:txBody>
      </p:sp>
      <p:sp>
        <p:nvSpPr>
          <p:cNvPr id="3" name="Footer Placeholder 2"/>
          <p:cNvSpPr>
            <a:spLocks noGrp="1"/>
          </p:cNvSpPr>
          <p:nvPr>
            <p:ph type="ftr" sz="quarter" idx="11"/>
          </p:nvPr>
        </p:nvSpPr>
        <p:spPr/>
        <p:txBody>
          <a:bodyPr/>
          <a:lstStyle/>
          <a:p>
            <a:endParaRPr lang="en-CN"/>
          </a:p>
        </p:txBody>
      </p:sp>
      <p:sp>
        <p:nvSpPr>
          <p:cNvPr id="4" name="Slide Number Placeholder 3"/>
          <p:cNvSpPr>
            <a:spLocks noGrp="1"/>
          </p:cNvSpPr>
          <p:nvPr>
            <p:ph type="sldNum" sz="quarter" idx="12"/>
          </p:nvPr>
        </p:nvSpPr>
        <p:spPr/>
        <p:txBody>
          <a:bodyPr/>
          <a:lstStyle/>
          <a:p>
            <a:fld id="{4BF0DEE6-E0CF-CE4B-B09C-571F6CE0BAE2}" type="slidenum">
              <a:rPr lang="en-CN" smtClean="0"/>
              <a:t>‹#›</a:t>
            </a:fld>
            <a:endParaRPr lang="en-CN"/>
          </a:p>
        </p:txBody>
      </p:sp>
    </p:spTree>
    <p:extLst>
      <p:ext uri="{BB962C8B-B14F-4D97-AF65-F5344CB8AC3E}">
        <p14:creationId xmlns:p14="http://schemas.microsoft.com/office/powerpoint/2010/main" val="4078845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160679-CAF4-4F43-9C56-0A8F5DAB45F9}" type="datetimeFigureOut">
              <a:rPr lang="en-CN" smtClean="0"/>
              <a:t>2021/7/15</a:t>
            </a:fld>
            <a:endParaRPr lang="en-CN"/>
          </a:p>
        </p:txBody>
      </p:sp>
      <p:sp>
        <p:nvSpPr>
          <p:cNvPr id="6" name="Footer Placeholder 5"/>
          <p:cNvSpPr>
            <a:spLocks noGrp="1"/>
          </p:cNvSpPr>
          <p:nvPr>
            <p:ph type="ftr" sz="quarter" idx="11"/>
          </p:nvPr>
        </p:nvSpPr>
        <p:spPr/>
        <p:txBody>
          <a:bodyPr/>
          <a:lstStyle/>
          <a:p>
            <a:endParaRPr lang="en-CN"/>
          </a:p>
        </p:txBody>
      </p:sp>
      <p:sp>
        <p:nvSpPr>
          <p:cNvPr id="7" name="Slide Number Placeholder 6"/>
          <p:cNvSpPr>
            <a:spLocks noGrp="1"/>
          </p:cNvSpPr>
          <p:nvPr>
            <p:ph type="sldNum" sz="quarter" idx="12"/>
          </p:nvPr>
        </p:nvSpPr>
        <p:spPr/>
        <p:txBody>
          <a:bodyPr/>
          <a:lstStyle/>
          <a:p>
            <a:fld id="{4BF0DEE6-E0CF-CE4B-B09C-571F6CE0BAE2}" type="slidenum">
              <a:rPr lang="en-CN" smtClean="0"/>
              <a:t>‹#›</a:t>
            </a:fld>
            <a:endParaRPr lang="en-CN"/>
          </a:p>
        </p:txBody>
      </p:sp>
    </p:spTree>
    <p:extLst>
      <p:ext uri="{BB962C8B-B14F-4D97-AF65-F5344CB8AC3E}">
        <p14:creationId xmlns:p14="http://schemas.microsoft.com/office/powerpoint/2010/main" val="2690826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160679-CAF4-4F43-9C56-0A8F5DAB45F9}" type="datetimeFigureOut">
              <a:rPr lang="en-CN" smtClean="0"/>
              <a:t>2021/7/15</a:t>
            </a:fld>
            <a:endParaRPr lang="en-CN"/>
          </a:p>
        </p:txBody>
      </p:sp>
      <p:sp>
        <p:nvSpPr>
          <p:cNvPr id="6" name="Footer Placeholder 5"/>
          <p:cNvSpPr>
            <a:spLocks noGrp="1"/>
          </p:cNvSpPr>
          <p:nvPr>
            <p:ph type="ftr" sz="quarter" idx="11"/>
          </p:nvPr>
        </p:nvSpPr>
        <p:spPr/>
        <p:txBody>
          <a:bodyPr/>
          <a:lstStyle/>
          <a:p>
            <a:endParaRPr lang="en-CN"/>
          </a:p>
        </p:txBody>
      </p:sp>
      <p:sp>
        <p:nvSpPr>
          <p:cNvPr id="7" name="Slide Number Placeholder 6"/>
          <p:cNvSpPr>
            <a:spLocks noGrp="1"/>
          </p:cNvSpPr>
          <p:nvPr>
            <p:ph type="sldNum" sz="quarter" idx="12"/>
          </p:nvPr>
        </p:nvSpPr>
        <p:spPr/>
        <p:txBody>
          <a:bodyPr/>
          <a:lstStyle/>
          <a:p>
            <a:fld id="{4BF0DEE6-E0CF-CE4B-B09C-571F6CE0BAE2}" type="slidenum">
              <a:rPr lang="en-CN" smtClean="0"/>
              <a:t>‹#›</a:t>
            </a:fld>
            <a:endParaRPr lang="en-CN"/>
          </a:p>
        </p:txBody>
      </p:sp>
    </p:spTree>
    <p:extLst>
      <p:ext uri="{BB962C8B-B14F-4D97-AF65-F5344CB8AC3E}">
        <p14:creationId xmlns:p14="http://schemas.microsoft.com/office/powerpoint/2010/main" val="25237445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160679-CAF4-4F43-9C56-0A8F5DAB45F9}" type="datetimeFigureOut">
              <a:rPr lang="en-CN" smtClean="0"/>
              <a:t>2021/7/15</a:t>
            </a:fld>
            <a:endParaRPr lang="en-CN"/>
          </a:p>
        </p:txBody>
      </p:sp>
      <p:sp>
        <p:nvSpPr>
          <p:cNvPr id="6" name="Footer Placeholder 5"/>
          <p:cNvSpPr>
            <a:spLocks noGrp="1"/>
          </p:cNvSpPr>
          <p:nvPr>
            <p:ph type="ftr" sz="quarter" idx="11"/>
          </p:nvPr>
        </p:nvSpPr>
        <p:spPr/>
        <p:txBody>
          <a:bodyPr/>
          <a:lstStyle/>
          <a:p>
            <a:endParaRPr lang="en-CN"/>
          </a:p>
        </p:txBody>
      </p:sp>
      <p:sp>
        <p:nvSpPr>
          <p:cNvPr id="7" name="Slide Number Placeholder 6"/>
          <p:cNvSpPr>
            <a:spLocks noGrp="1"/>
          </p:cNvSpPr>
          <p:nvPr>
            <p:ph type="sldNum" sz="quarter" idx="12"/>
          </p:nvPr>
        </p:nvSpPr>
        <p:spPr/>
        <p:txBody>
          <a:bodyPr/>
          <a:lstStyle/>
          <a:p>
            <a:fld id="{4BF0DEE6-E0CF-CE4B-B09C-571F6CE0BAE2}" type="slidenum">
              <a:rPr lang="en-CN" smtClean="0"/>
              <a:t>‹#›</a:t>
            </a:fld>
            <a:endParaRPr lang="en-CN"/>
          </a:p>
        </p:txBody>
      </p:sp>
    </p:spTree>
    <p:extLst>
      <p:ext uri="{BB962C8B-B14F-4D97-AF65-F5344CB8AC3E}">
        <p14:creationId xmlns:p14="http://schemas.microsoft.com/office/powerpoint/2010/main" val="2782490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160679-CAF4-4F43-9C56-0A8F5DAB45F9}" type="datetimeFigureOut">
              <a:rPr lang="en-CN" smtClean="0"/>
              <a:t>2021/7/15</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4BF0DEE6-E0CF-CE4B-B09C-571F6CE0BAE2}" type="slidenum">
              <a:rPr lang="en-CN" smtClean="0"/>
              <a:t>‹#›</a:t>
            </a:fld>
            <a:endParaRPr lang="en-CN"/>
          </a:p>
        </p:txBody>
      </p:sp>
    </p:spTree>
    <p:extLst>
      <p:ext uri="{BB962C8B-B14F-4D97-AF65-F5344CB8AC3E}">
        <p14:creationId xmlns:p14="http://schemas.microsoft.com/office/powerpoint/2010/main" val="19602144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160679-CAF4-4F43-9C56-0A8F5DAB45F9}" type="datetimeFigureOut">
              <a:rPr lang="en-CN" smtClean="0"/>
              <a:t>2021/7/15</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4BF0DEE6-E0CF-CE4B-B09C-571F6CE0BAE2}" type="slidenum">
              <a:rPr lang="en-CN" smtClean="0"/>
              <a:t>‹#›</a:t>
            </a:fld>
            <a:endParaRPr lang="en-CN"/>
          </a:p>
        </p:txBody>
      </p:sp>
    </p:spTree>
    <p:extLst>
      <p:ext uri="{BB962C8B-B14F-4D97-AF65-F5344CB8AC3E}">
        <p14:creationId xmlns:p14="http://schemas.microsoft.com/office/powerpoint/2010/main" val="22069220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160679-CAF4-4F43-9C56-0A8F5DAB45F9}" type="datetimeFigureOut">
              <a:rPr lang="en-CN" smtClean="0"/>
              <a:t>2021/7/15</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4BF0DEE6-E0CF-CE4B-B09C-571F6CE0BAE2}" type="slidenum">
              <a:rPr lang="en-CN" smtClean="0"/>
              <a:t>‹#›</a:t>
            </a:fld>
            <a:endParaRPr lang="en-CN"/>
          </a:p>
        </p:txBody>
      </p:sp>
    </p:spTree>
    <p:extLst>
      <p:ext uri="{BB962C8B-B14F-4D97-AF65-F5344CB8AC3E}">
        <p14:creationId xmlns:p14="http://schemas.microsoft.com/office/powerpoint/2010/main" val="3122733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160679-CAF4-4F43-9C56-0A8F5DAB45F9}" type="datetimeFigureOut">
              <a:rPr lang="en-CN" smtClean="0"/>
              <a:t>2021/7/15</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4BF0DEE6-E0CF-CE4B-B09C-571F6CE0BAE2}" type="slidenum">
              <a:rPr lang="en-CN" smtClean="0"/>
              <a:t>‹#›</a:t>
            </a:fld>
            <a:endParaRPr lang="en-CN"/>
          </a:p>
        </p:txBody>
      </p:sp>
    </p:spTree>
    <p:extLst>
      <p:ext uri="{BB962C8B-B14F-4D97-AF65-F5344CB8AC3E}">
        <p14:creationId xmlns:p14="http://schemas.microsoft.com/office/powerpoint/2010/main" val="38540666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160679-CAF4-4F43-9C56-0A8F5DAB45F9}" type="datetimeFigureOut">
              <a:rPr lang="en-CN" smtClean="0"/>
              <a:t>2021/7/15</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4BF0DEE6-E0CF-CE4B-B09C-571F6CE0BAE2}" type="slidenum">
              <a:rPr lang="en-CN" smtClean="0"/>
              <a:t>‹#›</a:t>
            </a:fld>
            <a:endParaRPr lang="en-CN"/>
          </a:p>
        </p:txBody>
      </p:sp>
    </p:spTree>
    <p:extLst>
      <p:ext uri="{BB962C8B-B14F-4D97-AF65-F5344CB8AC3E}">
        <p14:creationId xmlns:p14="http://schemas.microsoft.com/office/powerpoint/2010/main" val="39282982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160679-CAF4-4F43-9C56-0A8F5DAB45F9}" type="datetimeFigureOut">
              <a:rPr lang="en-CN" smtClean="0"/>
              <a:t>2021/7/15</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4BF0DEE6-E0CF-CE4B-B09C-571F6CE0BAE2}" type="slidenum">
              <a:rPr lang="en-CN" smtClean="0"/>
              <a:t>‹#›</a:t>
            </a:fld>
            <a:endParaRPr lang="en-CN"/>
          </a:p>
        </p:txBody>
      </p:sp>
    </p:spTree>
    <p:extLst>
      <p:ext uri="{BB962C8B-B14F-4D97-AF65-F5344CB8AC3E}">
        <p14:creationId xmlns:p14="http://schemas.microsoft.com/office/powerpoint/2010/main" val="19428139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160679-CAF4-4F43-9C56-0A8F5DAB45F9}" type="datetimeFigureOut">
              <a:rPr lang="en-CN" smtClean="0"/>
              <a:t>2021/7/15</a:t>
            </a:fld>
            <a:endParaRPr lang="en-CN"/>
          </a:p>
        </p:txBody>
      </p:sp>
      <p:sp>
        <p:nvSpPr>
          <p:cNvPr id="5" name="Footer Placeholder 4"/>
          <p:cNvSpPr>
            <a:spLocks noGrp="1"/>
          </p:cNvSpPr>
          <p:nvPr>
            <p:ph type="ftr" sz="quarter" idx="11"/>
          </p:nvPr>
        </p:nvSpPr>
        <p:spPr/>
        <p:txBody>
          <a:bodyPr/>
          <a:lstStyle/>
          <a:p>
            <a:endParaRPr lang="en-CN"/>
          </a:p>
        </p:txBody>
      </p:sp>
      <p:sp>
        <p:nvSpPr>
          <p:cNvPr id="6" name="Slide Number Placeholder 5"/>
          <p:cNvSpPr>
            <a:spLocks noGrp="1"/>
          </p:cNvSpPr>
          <p:nvPr>
            <p:ph type="sldNum" sz="quarter" idx="12"/>
          </p:nvPr>
        </p:nvSpPr>
        <p:spPr/>
        <p:txBody>
          <a:bodyPr/>
          <a:lstStyle/>
          <a:p>
            <a:fld id="{4BF0DEE6-E0CF-CE4B-B09C-571F6CE0BAE2}" type="slidenum">
              <a:rPr lang="en-CN" smtClean="0"/>
              <a:t>‹#›</a:t>
            </a:fld>
            <a:endParaRPr lang="en-CN"/>
          </a:p>
        </p:txBody>
      </p:sp>
    </p:spTree>
    <p:extLst>
      <p:ext uri="{BB962C8B-B14F-4D97-AF65-F5344CB8AC3E}">
        <p14:creationId xmlns:p14="http://schemas.microsoft.com/office/powerpoint/2010/main" val="406725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4160679-CAF4-4F43-9C56-0A8F5DAB45F9}" type="datetimeFigureOut">
              <a:rPr lang="en-CN" smtClean="0"/>
              <a:t>2021/7/15</a:t>
            </a:fld>
            <a:endParaRPr lang="en-C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C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BF0DEE6-E0CF-CE4B-B09C-571F6CE0BAE2}" type="slidenum">
              <a:rPr lang="en-CN" smtClean="0"/>
              <a:t>‹#›</a:t>
            </a:fld>
            <a:endParaRPr lang="en-CN"/>
          </a:p>
        </p:txBody>
      </p:sp>
    </p:spTree>
    <p:extLst>
      <p:ext uri="{BB962C8B-B14F-4D97-AF65-F5344CB8AC3E}">
        <p14:creationId xmlns:p14="http://schemas.microsoft.com/office/powerpoint/2010/main" val="1015791855"/>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1EF03-40E6-8849-A1AD-4E7BBAD53DD7}"/>
              </a:ext>
            </a:extLst>
          </p:cNvPr>
          <p:cNvSpPr>
            <a:spLocks noGrp="1"/>
          </p:cNvSpPr>
          <p:nvPr>
            <p:ph type="ctrTitle"/>
          </p:nvPr>
        </p:nvSpPr>
        <p:spPr/>
        <p:txBody>
          <a:bodyPr>
            <a:normAutofit/>
          </a:bodyPr>
          <a:lstStyle/>
          <a:p>
            <a:r>
              <a:rPr lang="en-CN" sz="6600" dirty="0"/>
              <a:t>English 2 </a:t>
            </a:r>
            <a:br>
              <a:rPr lang="en-CN" sz="6600" dirty="0"/>
            </a:br>
            <a:r>
              <a:rPr lang="en-CN" sz="6600" dirty="0"/>
              <a:t>July 15</a:t>
            </a:r>
          </a:p>
        </p:txBody>
      </p:sp>
      <p:sp>
        <p:nvSpPr>
          <p:cNvPr id="3" name="Subtitle 2">
            <a:extLst>
              <a:ext uri="{FF2B5EF4-FFF2-40B4-BE49-F238E27FC236}">
                <a16:creationId xmlns:a16="http://schemas.microsoft.com/office/drawing/2014/main" id="{0A6061E4-33D3-9247-81D5-270AD7368C04}"/>
              </a:ext>
            </a:extLst>
          </p:cNvPr>
          <p:cNvSpPr>
            <a:spLocks noGrp="1"/>
          </p:cNvSpPr>
          <p:nvPr>
            <p:ph type="subTitle" idx="1"/>
          </p:nvPr>
        </p:nvSpPr>
        <p:spPr/>
        <p:txBody>
          <a:bodyPr>
            <a:normAutofit/>
          </a:bodyPr>
          <a:lstStyle/>
          <a:p>
            <a:r>
              <a:rPr lang="en-CN" sz="4800" dirty="0"/>
              <a:t>Max Keenan</a:t>
            </a:r>
          </a:p>
        </p:txBody>
      </p:sp>
    </p:spTree>
    <p:extLst>
      <p:ext uri="{BB962C8B-B14F-4D97-AF65-F5344CB8AC3E}">
        <p14:creationId xmlns:p14="http://schemas.microsoft.com/office/powerpoint/2010/main" val="20448221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7CD1C-CDDF-734E-9B9D-EAAA8F749EAA}"/>
              </a:ext>
            </a:extLst>
          </p:cNvPr>
          <p:cNvSpPr>
            <a:spLocks noGrp="1"/>
          </p:cNvSpPr>
          <p:nvPr>
            <p:ph type="title"/>
          </p:nvPr>
        </p:nvSpPr>
        <p:spPr/>
        <p:txBody>
          <a:bodyPr>
            <a:normAutofit/>
          </a:bodyPr>
          <a:lstStyle/>
          <a:p>
            <a:r>
              <a:rPr lang="en-CN" sz="6000" dirty="0"/>
              <a:t>Attendance</a:t>
            </a:r>
          </a:p>
        </p:txBody>
      </p:sp>
      <p:sp>
        <p:nvSpPr>
          <p:cNvPr id="3" name="Content Placeholder 2">
            <a:extLst>
              <a:ext uri="{FF2B5EF4-FFF2-40B4-BE49-F238E27FC236}">
                <a16:creationId xmlns:a16="http://schemas.microsoft.com/office/drawing/2014/main" id="{27F7FF32-7DE6-B24C-9413-200FB16B7C03}"/>
              </a:ext>
            </a:extLst>
          </p:cNvPr>
          <p:cNvSpPr>
            <a:spLocks noGrp="1"/>
          </p:cNvSpPr>
          <p:nvPr>
            <p:ph idx="1"/>
          </p:nvPr>
        </p:nvSpPr>
        <p:spPr/>
        <p:txBody>
          <a:bodyPr>
            <a:normAutofit/>
          </a:bodyPr>
          <a:lstStyle/>
          <a:p>
            <a:pPr marL="0" indent="0">
              <a:buNone/>
            </a:pPr>
            <a:r>
              <a:rPr lang="en-CN" sz="6000" dirty="0"/>
              <a:t>What is your favorite type of pet? Explain why with an example from your life. </a:t>
            </a:r>
          </a:p>
          <a:p>
            <a:pPr marL="0" indent="0">
              <a:buNone/>
            </a:pPr>
            <a:endParaRPr lang="en-CN" sz="4800" dirty="0"/>
          </a:p>
        </p:txBody>
      </p:sp>
    </p:spTree>
    <p:extLst>
      <p:ext uri="{BB962C8B-B14F-4D97-AF65-F5344CB8AC3E}">
        <p14:creationId xmlns:p14="http://schemas.microsoft.com/office/powerpoint/2010/main" val="192915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6D7CE-CBE1-5343-A69B-59450C6D8E20}"/>
              </a:ext>
            </a:extLst>
          </p:cNvPr>
          <p:cNvSpPr>
            <a:spLocks noGrp="1"/>
          </p:cNvSpPr>
          <p:nvPr>
            <p:ph type="title"/>
          </p:nvPr>
        </p:nvSpPr>
        <p:spPr/>
        <p:txBody>
          <a:bodyPr>
            <a:normAutofit/>
          </a:bodyPr>
          <a:lstStyle/>
          <a:p>
            <a:r>
              <a:rPr lang="en-CN" sz="6000" dirty="0"/>
              <a:t>The Metamorphosis</a:t>
            </a:r>
          </a:p>
        </p:txBody>
      </p:sp>
      <p:pic>
        <p:nvPicPr>
          <p:cNvPr id="1026" name="Picture 2" descr="Image result for the metamorphosis by kafka">
            <a:extLst>
              <a:ext uri="{FF2B5EF4-FFF2-40B4-BE49-F238E27FC236}">
                <a16:creationId xmlns:a16="http://schemas.microsoft.com/office/drawing/2014/main" id="{135DD248-D3BB-314E-9354-2586C92B55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0072" y="2165160"/>
            <a:ext cx="4247059" cy="426917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the metamorphosis by kafka">
            <a:extLst>
              <a:ext uri="{FF2B5EF4-FFF2-40B4-BE49-F238E27FC236}">
                <a16:creationId xmlns:a16="http://schemas.microsoft.com/office/drawing/2014/main" id="{A9646B3A-01E1-B848-8E23-BBA7E8F099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24870" y="1873239"/>
            <a:ext cx="3031650" cy="4642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3133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88F55-8D27-4149-8ABB-9888ADB4C9AD}"/>
              </a:ext>
            </a:extLst>
          </p:cNvPr>
          <p:cNvSpPr>
            <a:spLocks noGrp="1"/>
          </p:cNvSpPr>
          <p:nvPr>
            <p:ph type="title"/>
          </p:nvPr>
        </p:nvSpPr>
        <p:spPr/>
        <p:txBody>
          <a:bodyPr>
            <a:noAutofit/>
          </a:bodyPr>
          <a:lstStyle/>
          <a:p>
            <a:r>
              <a:rPr lang="en-US" sz="4000" dirty="0"/>
              <a:t>Because his family has pity for him, Gregor's family decides to do what so that he may still be part of the family?</a:t>
            </a:r>
            <a:endParaRPr lang="en-CN" sz="4000" dirty="0"/>
          </a:p>
        </p:txBody>
      </p:sp>
      <p:sp>
        <p:nvSpPr>
          <p:cNvPr id="3" name="Content Placeholder 2">
            <a:extLst>
              <a:ext uri="{FF2B5EF4-FFF2-40B4-BE49-F238E27FC236}">
                <a16:creationId xmlns:a16="http://schemas.microsoft.com/office/drawing/2014/main" id="{AA1F35AD-6119-2742-ADF3-72D23D9AC7C7}"/>
              </a:ext>
            </a:extLst>
          </p:cNvPr>
          <p:cNvSpPr>
            <a:spLocks noGrp="1"/>
          </p:cNvSpPr>
          <p:nvPr>
            <p:ph idx="1"/>
          </p:nvPr>
        </p:nvSpPr>
        <p:spPr/>
        <p:txBody>
          <a:bodyPr/>
          <a:lstStyle/>
          <a:p>
            <a:r>
              <a:rPr lang="en-US" sz="4800" dirty="0"/>
              <a:t>They keep the door open so that he may watch them</a:t>
            </a:r>
            <a:r>
              <a:rPr lang="en-US" dirty="0"/>
              <a:t>.</a:t>
            </a:r>
            <a:endParaRPr lang="en-CN" dirty="0"/>
          </a:p>
        </p:txBody>
      </p:sp>
    </p:spTree>
    <p:extLst>
      <p:ext uri="{BB962C8B-B14F-4D97-AF65-F5344CB8AC3E}">
        <p14:creationId xmlns:p14="http://schemas.microsoft.com/office/powerpoint/2010/main" val="4216455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7CDD0-5178-AF49-91BE-3FCC8A1B11E1}"/>
              </a:ext>
            </a:extLst>
          </p:cNvPr>
          <p:cNvSpPr>
            <a:spLocks noGrp="1"/>
          </p:cNvSpPr>
          <p:nvPr>
            <p:ph type="title"/>
          </p:nvPr>
        </p:nvSpPr>
        <p:spPr/>
        <p:txBody>
          <a:bodyPr/>
          <a:lstStyle/>
          <a:p>
            <a:r>
              <a:rPr lang="en-US" dirty="0"/>
              <a:t>H</a:t>
            </a:r>
            <a:r>
              <a:rPr lang="en-CN" dirty="0"/>
              <a:t>ow do the family’s activties change to accommodate Gregor’s new condition?</a:t>
            </a:r>
          </a:p>
        </p:txBody>
      </p:sp>
      <p:sp>
        <p:nvSpPr>
          <p:cNvPr id="3" name="Content Placeholder 2">
            <a:extLst>
              <a:ext uri="{FF2B5EF4-FFF2-40B4-BE49-F238E27FC236}">
                <a16:creationId xmlns:a16="http://schemas.microsoft.com/office/drawing/2014/main" id="{D10AC531-BD57-4B49-9CA2-6DC997AD8DAA}"/>
              </a:ext>
            </a:extLst>
          </p:cNvPr>
          <p:cNvSpPr>
            <a:spLocks noGrp="1"/>
          </p:cNvSpPr>
          <p:nvPr>
            <p:ph idx="1"/>
          </p:nvPr>
        </p:nvSpPr>
        <p:spPr>
          <a:xfrm>
            <a:off x="685801" y="2142067"/>
            <a:ext cx="10131425" cy="4436863"/>
          </a:xfrm>
        </p:spPr>
        <p:txBody>
          <a:bodyPr>
            <a:noAutofit/>
          </a:bodyPr>
          <a:lstStyle/>
          <a:p>
            <a:r>
              <a:rPr lang="en-CN" sz="3600" dirty="0"/>
              <a:t>Gregor is kept in his room and fed by Grete. The family members begin to work. Mr. Samsa ends his retirement and takes a job as a bank messanger (remember his nice new uniform!). Mrs Samsa does sewing work and serves the three lodgers the faamily takes in. Grete works as a salesgirl (same job Gregor had!). </a:t>
            </a:r>
          </a:p>
        </p:txBody>
      </p:sp>
    </p:spTree>
    <p:extLst>
      <p:ext uri="{BB962C8B-B14F-4D97-AF65-F5344CB8AC3E}">
        <p14:creationId xmlns:p14="http://schemas.microsoft.com/office/powerpoint/2010/main" val="4155317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52BD4-25C4-1845-9336-A14977645480}"/>
              </a:ext>
            </a:extLst>
          </p:cNvPr>
          <p:cNvSpPr>
            <a:spLocks noGrp="1"/>
          </p:cNvSpPr>
          <p:nvPr>
            <p:ph type="title"/>
          </p:nvPr>
        </p:nvSpPr>
        <p:spPr/>
        <p:txBody>
          <a:bodyPr/>
          <a:lstStyle/>
          <a:p>
            <a:r>
              <a:rPr lang="en-CN" dirty="0"/>
              <a:t>What happens when Greta gives a violin recital for the three lodgers?</a:t>
            </a:r>
          </a:p>
        </p:txBody>
      </p:sp>
      <p:sp>
        <p:nvSpPr>
          <p:cNvPr id="3" name="Content Placeholder 2">
            <a:extLst>
              <a:ext uri="{FF2B5EF4-FFF2-40B4-BE49-F238E27FC236}">
                <a16:creationId xmlns:a16="http://schemas.microsoft.com/office/drawing/2014/main" id="{B9855E06-AE87-7A42-9566-97AE8CE76009}"/>
              </a:ext>
            </a:extLst>
          </p:cNvPr>
          <p:cNvSpPr>
            <a:spLocks noGrp="1"/>
          </p:cNvSpPr>
          <p:nvPr>
            <p:ph idx="1"/>
          </p:nvPr>
        </p:nvSpPr>
        <p:spPr>
          <a:xfrm>
            <a:off x="685801" y="2142067"/>
            <a:ext cx="10131425" cy="4106333"/>
          </a:xfrm>
        </p:spPr>
        <p:txBody>
          <a:bodyPr>
            <a:noAutofit/>
          </a:bodyPr>
          <a:lstStyle/>
          <a:p>
            <a:r>
              <a:rPr lang="en-CN" sz="3600" dirty="0"/>
              <a:t>Gregor, who has been kept out of sight of the lodgers, cones out to listen to the music. T</a:t>
            </a:r>
            <a:r>
              <a:rPr lang="en-US" sz="3600" dirty="0"/>
              <a:t>h</a:t>
            </a:r>
            <a:r>
              <a:rPr lang="en-CN" sz="3600" dirty="0"/>
              <a:t>e lodgers are first amused (they think Gregor is funny). Then the lodgers become angry and say they will leave without paying. Grete then tells her parents Gregor must be gotten rid of. Gregor hears and agrees with his sister. He dies in his room as the sun rises the next morning. </a:t>
            </a:r>
          </a:p>
        </p:txBody>
      </p:sp>
    </p:spTree>
    <p:extLst>
      <p:ext uri="{BB962C8B-B14F-4D97-AF65-F5344CB8AC3E}">
        <p14:creationId xmlns:p14="http://schemas.microsoft.com/office/powerpoint/2010/main" val="2106942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20ABB-B9D7-BE41-8759-CA7959E75889}"/>
              </a:ext>
            </a:extLst>
          </p:cNvPr>
          <p:cNvSpPr>
            <a:spLocks noGrp="1"/>
          </p:cNvSpPr>
          <p:nvPr>
            <p:ph type="title"/>
          </p:nvPr>
        </p:nvSpPr>
        <p:spPr/>
        <p:txBody>
          <a:bodyPr>
            <a:normAutofit fontScale="90000"/>
          </a:bodyPr>
          <a:lstStyle/>
          <a:p>
            <a:r>
              <a:rPr lang="en-US" dirty="0"/>
              <a:t>By the end of the story, what percent is Gregor a bug and what percent is he still human?</a:t>
            </a:r>
            <a:endParaRPr lang="en-CN" dirty="0"/>
          </a:p>
        </p:txBody>
      </p:sp>
      <p:graphicFrame>
        <p:nvGraphicFramePr>
          <p:cNvPr id="4" name="Content Placeholder 3">
            <a:extLst>
              <a:ext uri="{FF2B5EF4-FFF2-40B4-BE49-F238E27FC236}">
                <a16:creationId xmlns:a16="http://schemas.microsoft.com/office/drawing/2014/main" id="{DA187D31-2738-BC4F-BD7D-E754EFA862B0}"/>
              </a:ext>
            </a:extLst>
          </p:cNvPr>
          <p:cNvGraphicFramePr>
            <a:graphicFrameLocks noGrp="1"/>
          </p:cNvGraphicFramePr>
          <p:nvPr>
            <p:ph idx="1"/>
            <p:extLst>
              <p:ext uri="{D42A27DB-BD31-4B8C-83A1-F6EECF244321}">
                <p14:modId xmlns:p14="http://schemas.microsoft.com/office/powerpoint/2010/main" val="4201073940"/>
              </p:ext>
            </p:extLst>
          </p:nvPr>
        </p:nvGraphicFramePr>
        <p:xfrm>
          <a:off x="685800" y="2470151"/>
          <a:ext cx="10131425" cy="364966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55235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CE78F-20D5-9749-9B93-2D27D2677C4A}"/>
              </a:ext>
            </a:extLst>
          </p:cNvPr>
          <p:cNvSpPr>
            <a:spLocks noGrp="1"/>
          </p:cNvSpPr>
          <p:nvPr>
            <p:ph type="title"/>
          </p:nvPr>
        </p:nvSpPr>
        <p:spPr/>
        <p:txBody>
          <a:bodyPr>
            <a:normAutofit fontScale="90000"/>
          </a:bodyPr>
          <a:lstStyle/>
          <a:p>
            <a:r>
              <a:rPr lang="en-US" dirty="0"/>
              <a:t>Do you think Gregor actually turned into a bug or the whole metamorphosis was all in his head?</a:t>
            </a:r>
            <a:endParaRPr lang="en-CN" dirty="0"/>
          </a:p>
        </p:txBody>
      </p:sp>
      <p:sp>
        <p:nvSpPr>
          <p:cNvPr id="3" name="Content Placeholder 2">
            <a:extLst>
              <a:ext uri="{FF2B5EF4-FFF2-40B4-BE49-F238E27FC236}">
                <a16:creationId xmlns:a16="http://schemas.microsoft.com/office/drawing/2014/main" id="{A80CB14B-1280-5E41-BFED-8CD924813929}"/>
              </a:ext>
            </a:extLst>
          </p:cNvPr>
          <p:cNvSpPr>
            <a:spLocks noGrp="1"/>
          </p:cNvSpPr>
          <p:nvPr>
            <p:ph idx="1"/>
          </p:nvPr>
        </p:nvSpPr>
        <p:spPr/>
        <p:txBody>
          <a:bodyPr>
            <a:normAutofit fontScale="77500" lnSpcReduction="20000"/>
          </a:bodyPr>
          <a:lstStyle/>
          <a:p>
            <a:r>
              <a:rPr lang="en-CN" sz="4000" dirty="0"/>
              <a:t>He was really a bug because… the whole story says he is a bug. His descriptions of being a bug seem very true. </a:t>
            </a:r>
          </a:p>
          <a:p>
            <a:endParaRPr lang="en-CN" sz="4000" dirty="0"/>
          </a:p>
          <a:p>
            <a:r>
              <a:rPr lang="en-CN" sz="4000" dirty="0"/>
              <a:t>He was never really a bug because… he was nervous and stressed he had a mental breakdown and imagined himself as a bug. </a:t>
            </a:r>
            <a:r>
              <a:rPr lang="en-US" sz="4000" dirty="0"/>
              <a:t>H</a:t>
            </a:r>
            <a:r>
              <a:rPr lang="en-CN" sz="4000" dirty="0"/>
              <a:t>is family was so materialistic they would have thrown a bug away but you can’t throw away a human. </a:t>
            </a:r>
          </a:p>
        </p:txBody>
      </p:sp>
    </p:spTree>
    <p:extLst>
      <p:ext uri="{BB962C8B-B14F-4D97-AF65-F5344CB8AC3E}">
        <p14:creationId xmlns:p14="http://schemas.microsoft.com/office/powerpoint/2010/main" val="2640894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4238A-EA56-BB4E-AFBC-A8A84A108614}"/>
              </a:ext>
            </a:extLst>
          </p:cNvPr>
          <p:cNvSpPr>
            <a:spLocks noGrp="1"/>
          </p:cNvSpPr>
          <p:nvPr>
            <p:ph type="title"/>
          </p:nvPr>
        </p:nvSpPr>
        <p:spPr/>
        <p:txBody>
          <a:bodyPr>
            <a:normAutofit fontScale="90000"/>
          </a:bodyPr>
          <a:lstStyle/>
          <a:p>
            <a:r>
              <a:rPr lang="en-US" sz="4800" dirty="0"/>
              <a:t>W</a:t>
            </a:r>
            <a:r>
              <a:rPr lang="en-CN" sz="4800" dirty="0"/>
              <a:t>ould the story be different if gregor changed into a different animal?</a:t>
            </a:r>
          </a:p>
        </p:txBody>
      </p:sp>
      <p:sp>
        <p:nvSpPr>
          <p:cNvPr id="3" name="Content Placeholder 2">
            <a:extLst>
              <a:ext uri="{FF2B5EF4-FFF2-40B4-BE49-F238E27FC236}">
                <a16:creationId xmlns:a16="http://schemas.microsoft.com/office/drawing/2014/main" id="{DCB619EA-830B-064A-A721-B9E0E02A5570}"/>
              </a:ext>
            </a:extLst>
          </p:cNvPr>
          <p:cNvSpPr>
            <a:spLocks noGrp="1"/>
          </p:cNvSpPr>
          <p:nvPr>
            <p:ph idx="1"/>
          </p:nvPr>
        </p:nvSpPr>
        <p:spPr>
          <a:xfrm>
            <a:off x="685801" y="2529444"/>
            <a:ext cx="10131425" cy="3261756"/>
          </a:xfrm>
        </p:spPr>
        <p:txBody>
          <a:bodyPr>
            <a:normAutofit fontScale="85000" lnSpcReduction="20000"/>
          </a:bodyPr>
          <a:lstStyle/>
          <a:p>
            <a:r>
              <a:rPr lang="en-CN" sz="5400" dirty="0"/>
              <a:t>Yes, the story changes: dog, cat, monkey, tiger, rabbit, fish…</a:t>
            </a:r>
          </a:p>
          <a:p>
            <a:endParaRPr lang="en-CN" sz="5400" dirty="0"/>
          </a:p>
          <a:p>
            <a:r>
              <a:rPr lang="en-CN" sz="5400" dirty="0"/>
              <a:t>No, the story doesn’t change: mouse, rat, bee, ant, snake, pig…</a:t>
            </a:r>
          </a:p>
        </p:txBody>
      </p:sp>
    </p:spTree>
    <p:extLst>
      <p:ext uri="{BB962C8B-B14F-4D97-AF65-F5344CB8AC3E}">
        <p14:creationId xmlns:p14="http://schemas.microsoft.com/office/powerpoint/2010/main" val="3185405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B1D7B4-4408-B84A-903F-4D96C43CA20A}"/>
              </a:ext>
            </a:extLst>
          </p:cNvPr>
          <p:cNvSpPr>
            <a:spLocks noGrp="1"/>
          </p:cNvSpPr>
          <p:nvPr>
            <p:ph type="ctrTitle"/>
          </p:nvPr>
        </p:nvSpPr>
        <p:spPr/>
        <p:txBody>
          <a:bodyPr/>
          <a:lstStyle/>
          <a:p>
            <a:r>
              <a:rPr lang="en-CN" dirty="0"/>
              <a:t>Reading quiz!</a:t>
            </a:r>
          </a:p>
        </p:txBody>
      </p:sp>
      <p:sp>
        <p:nvSpPr>
          <p:cNvPr id="5" name="Subtitle 4">
            <a:extLst>
              <a:ext uri="{FF2B5EF4-FFF2-40B4-BE49-F238E27FC236}">
                <a16:creationId xmlns:a16="http://schemas.microsoft.com/office/drawing/2014/main" id="{E976A553-CB1B-754A-9E87-0763D31F396B}"/>
              </a:ext>
            </a:extLst>
          </p:cNvPr>
          <p:cNvSpPr>
            <a:spLocks noGrp="1"/>
          </p:cNvSpPr>
          <p:nvPr>
            <p:ph type="subTitle" idx="1"/>
          </p:nvPr>
        </p:nvSpPr>
        <p:spPr/>
        <p:txBody>
          <a:bodyPr/>
          <a:lstStyle/>
          <a:p>
            <a:endParaRPr lang="en-CN"/>
          </a:p>
        </p:txBody>
      </p:sp>
    </p:spTree>
    <p:extLst>
      <p:ext uri="{BB962C8B-B14F-4D97-AF65-F5344CB8AC3E}">
        <p14:creationId xmlns:p14="http://schemas.microsoft.com/office/powerpoint/2010/main" val="6271290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04C7E"/>
      </a:dk2>
      <a:lt2>
        <a:srgbClr val="EBEBEB"/>
      </a:lt2>
      <a:accent1>
        <a:srgbClr val="94CE67"/>
      </a:accent1>
      <a:accent2>
        <a:srgbClr val="49D1CD"/>
      </a:accent2>
      <a:accent3>
        <a:srgbClr val="61A5D6"/>
      </a:accent3>
      <a:accent4>
        <a:srgbClr val="9D8CD3"/>
      </a:accent4>
      <a:accent5>
        <a:srgbClr val="E45C8A"/>
      </a:accent5>
      <a:accent6>
        <a:srgbClr val="F98C61"/>
      </a:accent6>
      <a:hlink>
        <a:srgbClr val="AAF172"/>
      </a:hlink>
      <a:folHlink>
        <a:srgbClr val="E7F19A"/>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E44E6A2F-09CD-4BE0-B42D-107FF03CEED6}"/>
    </a:ext>
  </a:extLst>
</a:theme>
</file>

<file path=docProps/app.xml><?xml version="1.0" encoding="utf-8"?>
<Properties xmlns="http://schemas.openxmlformats.org/officeDocument/2006/extended-properties" xmlns:vt="http://schemas.openxmlformats.org/officeDocument/2006/docPropsVTypes">
  <Template>{9DA66E8A-3306-9D43-A9CE-5AC7F8C8DA05}tf10001058</Template>
  <TotalTime>306</TotalTime>
  <Words>402</Words>
  <Application>Microsoft Macintosh PowerPoint</Application>
  <PresentationFormat>Widescreen</PresentationFormat>
  <Paragraphs>21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Celestial</vt:lpstr>
      <vt:lpstr>English 2  July 15</vt:lpstr>
      <vt:lpstr>Attendance</vt:lpstr>
      <vt:lpstr>The Metamorphosis</vt:lpstr>
      <vt:lpstr>Because his family has pity for him, Gregor's family decides to do what so that he may still be part of the family?</vt:lpstr>
      <vt:lpstr>How do the family’s activties change to accommodate Gregor’s new condition?</vt:lpstr>
      <vt:lpstr>What happens when Greta gives a violin recital for the three lodgers?</vt:lpstr>
      <vt:lpstr>By the end of the story, what percent is Gregor a bug and what percent is he still human?</vt:lpstr>
      <vt:lpstr>Do you think Gregor actually turned into a bug or the whole metamorphosis was all in his head?</vt:lpstr>
      <vt:lpstr>Would the story be different if gregor changed into a different animal?</vt:lpstr>
      <vt:lpstr>Reading quiz!</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English 2  July 15</dc:title>
  <dc:creator>maxqkeenan@gmail.com</dc:creator>
  <cp:lastModifiedBy>maxqkeenan@gmail.com</cp:lastModifiedBy>
  <cp:revision>8</cp:revision>
  <dcterms:created xsi:type="dcterms:W3CDTF">2021-07-15T00:54:21Z</dcterms:created>
  <dcterms:modified xsi:type="dcterms:W3CDTF">2021-07-15T06:01:20Z</dcterms:modified>
</cp:coreProperties>
</file>
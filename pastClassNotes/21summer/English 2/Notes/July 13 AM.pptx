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64" r:id="rId3"/>
    <p:sldId id="266" r:id="rId4"/>
    <p:sldId id="258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5"/>
  </p:normalViewPr>
  <p:slideViewPr>
    <p:cSldViewPr snapToGrid="0" snapToObjects="1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7876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504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68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467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001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0265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834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508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691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4236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9031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3670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4477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6970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35403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0770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739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81B0E8-5908-F244-BE4D-A6BA7DF732A3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B62EE5-EE64-D146-8D1F-8FA9BC5655D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9521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/>
              <a:t>July 13</a:t>
            </a:r>
            <a:endParaRPr lang="en-C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202247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sz="6000" dirty="0"/>
              <a:t>What is the scariest thing that has ever happened to you? </a:t>
            </a:r>
          </a:p>
          <a:p>
            <a:pPr marL="0" indent="0">
              <a:buNone/>
            </a:pPr>
            <a:endParaRPr lang="en-CN" sz="4800" dirty="0"/>
          </a:p>
        </p:txBody>
      </p:sp>
    </p:spTree>
    <p:extLst>
      <p:ext uri="{BB962C8B-B14F-4D97-AF65-F5344CB8AC3E}">
        <p14:creationId xmlns:p14="http://schemas.microsoft.com/office/powerpoint/2010/main" val="173839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EC2C1F-CAD1-4D44-830B-4B5104E3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Vocabulary Worksheet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DE659-A1ED-4447-802A-C292B0284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140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D7CE-CBE1-5343-A69B-59450C6D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The Metamorphosis</a:t>
            </a:r>
          </a:p>
        </p:txBody>
      </p:sp>
      <p:pic>
        <p:nvPicPr>
          <p:cNvPr id="1026" name="Picture 2" descr="Image result for the metamorphosis by kafka">
            <a:extLst>
              <a:ext uri="{FF2B5EF4-FFF2-40B4-BE49-F238E27FC236}">
                <a16:creationId xmlns:a16="http://schemas.microsoft.com/office/drawing/2014/main" id="{135DD248-D3BB-314E-9354-2586C92B5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72" y="2165160"/>
            <a:ext cx="4247059" cy="426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the metamorphosis by kafka">
            <a:extLst>
              <a:ext uri="{FF2B5EF4-FFF2-40B4-BE49-F238E27FC236}">
                <a16:creationId xmlns:a16="http://schemas.microsoft.com/office/drawing/2014/main" id="{A9646B3A-01E1-B848-8E23-BBA7E8F09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70" y="1873239"/>
            <a:ext cx="3031650" cy="464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41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D97DE1-ABB5-314A-AA45-7FF29725B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Reading Quiz!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47D8E-63AD-9841-887A-6234B7F37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7311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9</TotalTime>
  <Words>27</Words>
  <Application>Microsoft Macintosh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English 2  July 13</vt:lpstr>
      <vt:lpstr>Attendance</vt:lpstr>
      <vt:lpstr>Vocabulary Worksheet</vt:lpstr>
      <vt:lpstr>The Metamorphosis</vt:lpstr>
      <vt:lpstr>Reading Quiz!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12</dc:title>
  <dc:creator>maxqkeenan@gmail.com</dc:creator>
  <cp:lastModifiedBy>maxqkeenan@gmail.com</cp:lastModifiedBy>
  <cp:revision>2</cp:revision>
  <dcterms:created xsi:type="dcterms:W3CDTF">2021-07-13T01:40:55Z</dcterms:created>
  <dcterms:modified xsi:type="dcterms:W3CDTF">2021-07-13T01:50:52Z</dcterms:modified>
</cp:coreProperties>
</file>
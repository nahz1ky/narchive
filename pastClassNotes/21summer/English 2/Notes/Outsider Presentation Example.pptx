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387"/>
    <p:restoredTop sz="94681"/>
  </p:normalViewPr>
  <p:slideViewPr>
    <p:cSldViewPr snapToGrid="0" snapToObjects="1">
      <p:cViewPr varScale="1">
        <p:scale>
          <a:sx n="104" d="100"/>
          <a:sy n="104" d="100"/>
        </p:scale>
        <p:origin x="224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7/16/21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F847-3955-FF4A-B2E5-A128660A4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7" y="2466278"/>
            <a:ext cx="9068586" cy="2590800"/>
          </a:xfrm>
        </p:spPr>
        <p:txBody>
          <a:bodyPr/>
          <a:lstStyle/>
          <a:p>
            <a:r>
              <a:rPr lang="en-US" sz="6600" dirty="0"/>
              <a:t>are outsiders simply those who are misjudged or misunderstood?</a:t>
            </a:r>
            <a:r>
              <a:rPr lang="en-CN" sz="6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4173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F85C-3861-E442-B3AC-A987D7358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6A67C-6C09-8947-85BC-C8C0E58CC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2740687"/>
          </a:xfrm>
        </p:spPr>
        <p:txBody>
          <a:bodyPr>
            <a:normAutofit/>
          </a:bodyPr>
          <a:lstStyle/>
          <a:p>
            <a:r>
              <a:rPr lang="en-US" sz="4000" dirty="0"/>
              <a:t>Summarize your introduction. Present a clear answer to the question: are outsiders simply those who are misjudged or misunderstood?</a:t>
            </a:r>
            <a:r>
              <a:rPr lang="en-CN" sz="40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4D7C5C-9A46-A349-AD15-5AF85AE8E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343" y="4665387"/>
            <a:ext cx="3037313" cy="183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5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A62AE-C5C0-634F-AC57-106E7F737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“The Metamorphosis”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A59C-73F1-F546-8E46-5BFE4C9C0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1" y="2103120"/>
            <a:ext cx="6672146" cy="3931920"/>
          </a:xfrm>
        </p:spPr>
        <p:txBody>
          <a:bodyPr>
            <a:normAutofit lnSpcReduction="10000"/>
          </a:bodyPr>
          <a:lstStyle/>
          <a:p>
            <a:r>
              <a:rPr lang="en-US" sz="4400" dirty="0"/>
              <a:t>Summarize how “The Metamorphosis” supports your answer. Include the quote or quotes you used in your paper. </a:t>
            </a:r>
            <a:endParaRPr lang="en-CN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F152ED-0D23-CA4F-A1CE-BCFD49014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112" y="375919"/>
            <a:ext cx="3431633" cy="515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7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35EC-0D30-F64F-8C05-8CB60D54B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Real life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3DC30-DA10-524F-AB8A-EBBB80D8E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627541" cy="3931920"/>
          </a:xfrm>
        </p:spPr>
        <p:txBody>
          <a:bodyPr>
            <a:normAutofit/>
          </a:bodyPr>
          <a:lstStyle/>
          <a:p>
            <a:r>
              <a:rPr lang="en-US" sz="4400" dirty="0"/>
              <a:t>Summarize the example or examples from your life that supports your answer.</a:t>
            </a:r>
            <a:r>
              <a:rPr lang="en-CN" sz="44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AF1EEE-8051-D14E-BF79-F689A2841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097131" y="1420170"/>
            <a:ext cx="4777677" cy="35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5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2F9B-A026-1845-AEEE-FE7786434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Counterclaim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DDFF4-FF8D-FC41-8901-46FB33305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649844" cy="3931920"/>
          </a:xfrm>
        </p:spPr>
        <p:txBody>
          <a:bodyPr>
            <a:normAutofit fontScale="92500"/>
          </a:bodyPr>
          <a:lstStyle/>
          <a:p>
            <a:r>
              <a:rPr lang="en-US" sz="4400" dirty="0"/>
              <a:t>Present a counterclaim that could be made about your opinion. Explain why this idea is wrong and why your idea is correct. </a:t>
            </a:r>
            <a:endParaRPr lang="en-C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9F962-C393-FC49-B2D7-368292F37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843" y="1303453"/>
            <a:ext cx="4341542" cy="425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62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41D50-AC5D-2644-9C48-0F03CBE2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49AFF-48E5-C347-AF8C-77C551B46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029200" cy="3931920"/>
          </a:xfrm>
        </p:spPr>
        <p:txBody>
          <a:bodyPr>
            <a:normAutofit/>
          </a:bodyPr>
          <a:lstStyle/>
          <a:p>
            <a:r>
              <a:rPr lang="en-US" sz="4400" dirty="0"/>
              <a:t>Summarize your conclusion. </a:t>
            </a:r>
            <a:endParaRPr lang="en-CN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714F25-337C-D74D-ADA6-232DDF7DF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677" y="2103120"/>
            <a:ext cx="4487275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04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ACD21A-983F-AE4E-9564-A67570D6E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1334691"/>
          </a:xfrm>
        </p:spPr>
        <p:txBody>
          <a:bodyPr/>
          <a:lstStyle/>
          <a:p>
            <a:r>
              <a:rPr lang="en-CN" dirty="0"/>
              <a:t>The end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72DCC-EC6C-A849-AC46-E1B9157A7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3624" y="3804571"/>
            <a:ext cx="9070848" cy="1334691"/>
          </a:xfrm>
        </p:spPr>
        <p:txBody>
          <a:bodyPr>
            <a:normAutofit/>
          </a:bodyPr>
          <a:lstStyle/>
          <a:p>
            <a:r>
              <a:rPr lang="en-CN" sz="4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071702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17</TotalTime>
  <Words>109</Words>
  <Application>Microsoft Macintosh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Garamond</vt:lpstr>
      <vt:lpstr>Savon</vt:lpstr>
      <vt:lpstr>are outsiders simply those who are misjudged or misunderstood? </vt:lpstr>
      <vt:lpstr>Introduction</vt:lpstr>
      <vt:lpstr>“The Metamorphosis”</vt:lpstr>
      <vt:lpstr>Real life examples</vt:lpstr>
      <vt:lpstr>Counterclaim</vt:lpstr>
      <vt:lpstr>Conclusion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 outsiders simply those who are misjudged or misunderstood? </dc:title>
  <dc:creator>maxqkeenan@gmail.com</dc:creator>
  <cp:lastModifiedBy>maxqkeenan@gmail.com</cp:lastModifiedBy>
  <cp:revision>3</cp:revision>
  <dcterms:created xsi:type="dcterms:W3CDTF">2020-07-27T01:54:00Z</dcterms:created>
  <dcterms:modified xsi:type="dcterms:W3CDTF">2021-07-16T03:23:51Z</dcterms:modified>
</cp:coreProperties>
</file>
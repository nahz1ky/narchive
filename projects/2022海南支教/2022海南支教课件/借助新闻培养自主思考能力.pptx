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3" r:id="rId3"/>
    <p:sldId id="258" r:id="rId4"/>
    <p:sldId id="257" r:id="rId5"/>
    <p:sldId id="260" r:id="rId6"/>
    <p:sldId id="261" r:id="rId7"/>
    <p:sldId id="264" r:id="rId8"/>
    <p:sldId id="262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887" autoAdjust="0"/>
  </p:normalViewPr>
  <p:slideViewPr>
    <p:cSldViewPr snapToGrid="0">
      <p:cViewPr varScale="1">
        <p:scale>
          <a:sx n="61" d="100"/>
          <a:sy n="61" d="100"/>
        </p:scale>
        <p:origin x="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70E2E1-2785-42FE-90BC-EB25485EBBB9}" type="datetimeFigureOut">
              <a:rPr lang="zh-CN" altLang="en-US" smtClean="0"/>
              <a:t>2022/2/6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B2A87-862E-487D-9F1A-3CA7297B78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4143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AB2A87-862E-487D-9F1A-3CA7297B783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90205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各位同学把自己的感情细胞先抛掉</a:t>
            </a:r>
            <a:r>
              <a:rPr lang="en-US" altLang="zh-CN" dirty="0"/>
              <a:t>, </a:t>
            </a:r>
            <a:r>
              <a:rPr lang="zh-CN" altLang="en-US" dirty="0"/>
              <a:t>拿出自己最理性的一面</a:t>
            </a:r>
            <a:r>
              <a:rPr lang="en-US" altLang="zh-CN" dirty="0"/>
              <a:t>, </a:t>
            </a:r>
            <a:r>
              <a:rPr lang="zh-CN" altLang="en-US" dirty="0"/>
              <a:t>我可以理解有同学可能会比较害羞</a:t>
            </a:r>
            <a:r>
              <a:rPr lang="en-US" altLang="zh-CN" dirty="0"/>
              <a:t>, </a:t>
            </a:r>
            <a:r>
              <a:rPr lang="zh-CN" altLang="en-US" dirty="0"/>
              <a:t>但是无论你们回答与否</a:t>
            </a:r>
            <a:r>
              <a:rPr lang="en-US" altLang="zh-CN" dirty="0"/>
              <a:t>, </a:t>
            </a:r>
            <a:r>
              <a:rPr lang="zh-CN" altLang="en-US" dirty="0"/>
              <a:t>都必须对着议题进行独立思考</a:t>
            </a:r>
            <a:r>
              <a:rPr lang="en-US" altLang="zh-CN" dirty="0"/>
              <a:t>. </a:t>
            </a:r>
          </a:p>
          <a:p>
            <a:r>
              <a:rPr lang="zh-CN" altLang="en-US" dirty="0"/>
              <a:t>如果你要回答问题</a:t>
            </a:r>
            <a:r>
              <a:rPr lang="en-US" altLang="zh-CN" dirty="0"/>
              <a:t>, </a:t>
            </a:r>
            <a:r>
              <a:rPr lang="zh-CN" altLang="en-US" dirty="0"/>
              <a:t>可以举手等我叫到你们</a:t>
            </a:r>
            <a:r>
              <a:rPr lang="en-US" altLang="zh-CN" dirty="0"/>
              <a:t>, </a:t>
            </a:r>
            <a:r>
              <a:rPr lang="zh-CN" altLang="en-US" dirty="0"/>
              <a:t>在我的课上回答问题不需要站起来</a:t>
            </a:r>
            <a:r>
              <a:rPr lang="en-US" altLang="zh-CN" dirty="0"/>
              <a:t>, </a:t>
            </a:r>
            <a:r>
              <a:rPr lang="zh-CN" altLang="en-US" dirty="0"/>
              <a:t>你们舒服就好</a:t>
            </a:r>
            <a:r>
              <a:rPr lang="en-US" altLang="zh-CN" dirty="0"/>
              <a:t>, </a:t>
            </a:r>
            <a:r>
              <a:rPr lang="zh-CN" altLang="en-US" dirty="0"/>
              <a:t>只要大家都在理性思考就达到了我的目的</a:t>
            </a:r>
            <a:r>
              <a:rPr lang="en-US" altLang="zh-CN" dirty="0"/>
              <a:t>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AB2A87-862E-487D-9F1A-3CA7297B783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18034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数学好的同学可以来算一下</a:t>
            </a:r>
            <a:r>
              <a:rPr lang="en-US" altLang="zh-CN" dirty="0"/>
              <a:t>, </a:t>
            </a:r>
            <a:r>
              <a:rPr lang="zh-CN" altLang="en-US" dirty="0"/>
              <a:t>假设这里所有遇难车厢里</a:t>
            </a:r>
            <a:r>
              <a:rPr lang="en-US" altLang="zh-CN" dirty="0"/>
              <a:t>, 10%</a:t>
            </a:r>
            <a:r>
              <a:rPr lang="zh-CN" altLang="en-US" dirty="0"/>
              <a:t>人死亡</a:t>
            </a:r>
            <a:r>
              <a:rPr lang="en-US" altLang="zh-CN" dirty="0"/>
              <a:t>, 70%</a:t>
            </a:r>
            <a:r>
              <a:rPr lang="zh-CN" altLang="en-US" dirty="0"/>
              <a:t>人受伤</a:t>
            </a:r>
            <a:r>
              <a:rPr lang="en-US" altLang="zh-CN" dirty="0"/>
              <a:t>, </a:t>
            </a:r>
            <a:r>
              <a:rPr lang="zh-CN" altLang="en-US" dirty="0"/>
              <a:t>那么预估会有多少人遇难</a:t>
            </a:r>
            <a:r>
              <a:rPr lang="en-US" altLang="zh-CN" dirty="0"/>
              <a:t>? </a:t>
            </a:r>
          </a:p>
          <a:p>
            <a:r>
              <a:rPr lang="en-US" altLang="zh-CN" dirty="0"/>
              <a:t>48</a:t>
            </a:r>
            <a:r>
              <a:rPr lang="zh-CN" altLang="en-US" dirty="0"/>
              <a:t>人左右死亡</a:t>
            </a:r>
            <a:r>
              <a:rPr lang="en-US" altLang="zh-CN" dirty="0"/>
              <a:t>, 333</a:t>
            </a:r>
            <a:r>
              <a:rPr lang="zh-CN" altLang="en-US" dirty="0"/>
              <a:t>人左右受伤</a:t>
            </a:r>
            <a:r>
              <a:rPr lang="en-US" altLang="zh-CN" dirty="0"/>
              <a:t>. </a:t>
            </a:r>
            <a:r>
              <a:rPr lang="zh-CN" altLang="en-US" dirty="0"/>
              <a:t>根据一位在当场记者的不完全统计</a:t>
            </a:r>
            <a:r>
              <a:rPr lang="en-US" altLang="zh-CN" dirty="0"/>
              <a:t>, </a:t>
            </a:r>
            <a:r>
              <a:rPr lang="zh-CN" altLang="en-US" dirty="0"/>
              <a:t>至少</a:t>
            </a:r>
            <a:r>
              <a:rPr lang="en-US" altLang="zh-CN" dirty="0"/>
              <a:t>162</a:t>
            </a:r>
            <a:r>
              <a:rPr lang="zh-CN" altLang="en-US" dirty="0"/>
              <a:t>人死亡</a:t>
            </a:r>
            <a:endParaRPr lang="en-US" altLang="zh-CN" dirty="0"/>
          </a:p>
          <a:p>
            <a:r>
              <a:rPr lang="zh-CN" altLang="en-US" dirty="0"/>
              <a:t>你们还觉得官方的数据可信吗</a:t>
            </a:r>
            <a:r>
              <a:rPr lang="en-US" altLang="zh-CN" dirty="0"/>
              <a:t>?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AB2A87-862E-487D-9F1A-3CA7297B783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3497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A25A58-67F1-4038-B3F1-AE34DAE9F0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E8B9E2F-819D-4AF1-A3CF-8752C6D6A7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3F5F72-1DB9-455A-9A0A-B269FAB67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96ED1-92B9-4F74-B558-B8A502E53C49}" type="datetimeFigureOut">
              <a:rPr lang="zh-CN" altLang="en-US" smtClean="0"/>
              <a:t>2022/2/6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DAD35E-949D-4C20-8068-CB468E7F0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E2530D-32DA-41A2-A911-1F7C3A8E4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2630F-A3B9-4D44-90C4-5009200881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4318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5B824D-F89B-4916-B1EE-7472E5B1F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E66574-1CBD-4F32-8FF5-531418872B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F70AC9-E4F6-4C6A-AB9B-75A3F8812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96ED1-92B9-4F74-B558-B8A502E53C49}" type="datetimeFigureOut">
              <a:rPr lang="zh-CN" altLang="en-US" smtClean="0"/>
              <a:t>2022/2/6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687927-0401-4DB5-BE9B-BDAB595C0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412EDF-94BC-485C-BEB3-80F6D12EC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2630F-A3B9-4D44-90C4-5009200881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9815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A5CE91-D5E0-4B55-A98C-4B3B19E8E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640069F-EBD5-4B86-B55E-C3BE4D8B74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B88942-D0F4-46CF-9E4F-C3574C5DA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96ED1-92B9-4F74-B558-B8A502E53C49}" type="datetimeFigureOut">
              <a:rPr lang="zh-CN" altLang="en-US" smtClean="0"/>
              <a:t>2022/2/6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9DD379-4AC8-481C-A562-111BDFC55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8ECEE3-F754-4C25-8868-6EB458B1F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2630F-A3B9-4D44-90C4-5009200881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7280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8A1816-931D-4897-AED0-2E7D77DFE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B46BA6-CB13-46D4-A8ED-96A569A314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D100199-B61F-4909-A2D2-E9BCD14999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95ADD81-4157-45B1-B8AE-12FEBECD7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96ED1-92B9-4F74-B558-B8A502E53C49}" type="datetimeFigureOut">
              <a:rPr lang="zh-CN" altLang="en-US" smtClean="0"/>
              <a:t>2022/2/6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2ACE220-7A31-4E0D-8980-5FF6004FA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C048BB-DA5F-4559-8252-B6F3F7A31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2630F-A3B9-4D44-90C4-5009200881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7282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A9A7CE-57F2-49C3-817D-3796DDC03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D7E3C27-67D8-4F9D-80FD-9DC69C8ADD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A6208B8-635A-498B-BE3E-C38D3BFABF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11E5273-AC24-47B8-BAB5-A514B62821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50965C2-7E44-4C10-8926-15EAD4C034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684483C-77CD-473E-ACB3-2666D8BB5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96ED1-92B9-4F74-B558-B8A502E53C49}" type="datetimeFigureOut">
              <a:rPr lang="zh-CN" altLang="en-US" smtClean="0"/>
              <a:t>2022/2/6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92CFB9E-4B6D-40A4-8D7B-D7DD3A99F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7AA4E61-B76C-4637-87C6-500CE2D97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2630F-A3B9-4D44-90C4-5009200881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5704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80EEB6-072F-4C57-8F00-F820D455F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6C62954-AE1C-4FC4-8290-511B9DB0F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96ED1-92B9-4F74-B558-B8A502E53C49}" type="datetimeFigureOut">
              <a:rPr lang="zh-CN" altLang="en-US" smtClean="0"/>
              <a:t>2022/2/6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90F2C89-2DC9-474C-9F7C-BE7EC399D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FCFDB58-FE32-4464-B714-D75F47968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2630F-A3B9-4D44-90C4-5009200881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2228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64BD45A-1C08-4E84-801C-FD81FB859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96ED1-92B9-4F74-B558-B8A502E53C49}" type="datetimeFigureOut">
              <a:rPr lang="zh-CN" altLang="en-US" smtClean="0"/>
              <a:t>2022/2/6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70C3A31-FEC9-447B-867D-C4889F486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F60419-DF4F-4789-9BAE-E01ED7B30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2630F-A3B9-4D44-90C4-5009200881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7950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230D53-1792-437D-B3F3-583488BCE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7F1A33-92D1-4160-AEDC-788BC711A8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BCBF03C-3288-45D6-B94B-2D311D234D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52329D7-E3E5-4D28-A5F4-BD5413861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96ED1-92B9-4F74-B558-B8A502E53C49}" type="datetimeFigureOut">
              <a:rPr lang="zh-CN" altLang="en-US" smtClean="0"/>
              <a:t>2022/2/6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10AA830-E98F-4E0C-909A-BBD8856BA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3F6D5AE-B6DE-4351-B640-FAA52FD27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2630F-A3B9-4D44-90C4-5009200881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697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D75920-791D-457D-9D94-EA0900897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7698A6A-C62E-4CCE-9DF1-8BFE41726E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C6F4BE0-3C40-40B3-9E72-C96F1F1C94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B7C9946-2160-47C0-8986-5036209D9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96ED1-92B9-4F74-B558-B8A502E53C49}" type="datetimeFigureOut">
              <a:rPr lang="zh-CN" altLang="en-US" smtClean="0"/>
              <a:t>2022/2/6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F91AECE-1DD3-47D1-8FFE-AB0FBD667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EFDBDEF-613E-490A-A902-C8A515F26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2630F-A3B9-4D44-90C4-5009200881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4003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BB0801-D82F-467F-854E-CE7A30751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0A39C24-44E9-4723-A4D7-DBD2DB158D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A4D26C-72FB-4935-9D52-DA724AB2B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96ED1-92B9-4F74-B558-B8A502E53C49}" type="datetimeFigureOut">
              <a:rPr lang="zh-CN" altLang="en-US" smtClean="0"/>
              <a:t>2022/2/6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2C3B99-F239-423B-A161-4C2A93110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9C21E9-F492-4FBD-B568-32189DEB8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2630F-A3B9-4D44-90C4-5009200881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0724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AF7BF5A-58BF-4725-A72F-D504FD3CD7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BD4BD65-5880-4CB9-A69C-17649D9821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651734-E86F-44A2-B539-428C77911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96ED1-92B9-4F74-B558-B8A502E53C49}" type="datetimeFigureOut">
              <a:rPr lang="zh-CN" altLang="en-US" smtClean="0"/>
              <a:t>2022/2/6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85EAA5-7F49-4267-860B-7F51CB29B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B86711-C48B-4CBE-AD86-405ACDA15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2630F-A3B9-4D44-90C4-5009200881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6152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7070BD3-A0CC-4ED0-8223-9C83731F7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EC7FC2-7A21-46C6-9D8A-82EC571C1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44C711-6809-4B1D-9955-458DE9A281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996ED1-92B9-4F74-B558-B8A502E53C49}" type="datetimeFigureOut">
              <a:rPr lang="zh-CN" altLang="en-US" smtClean="0"/>
              <a:t>2022/2/6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B65250-D578-4362-9015-F307331EBE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9C0E84-3B12-4266-B0B2-37441EE3D7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62630F-A3B9-4D44-90C4-5009200881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2202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0A1610-BDE7-47CB-8314-62D94F7F05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/>
              <a:t>新闻鉴赏</a:t>
            </a:r>
            <a:r>
              <a:rPr lang="en-US" altLang="zh-CN" b="1" dirty="0"/>
              <a:t>&amp;</a:t>
            </a:r>
            <a:r>
              <a:rPr lang="zh-CN" altLang="en-US" b="1" dirty="0"/>
              <a:t>独立思考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1E96D0C-DE10-4B37-95EA-E02C6AA74B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97924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84E42D-0266-41BC-957D-35A087921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12192000" cy="6858000"/>
          </a:xfrm>
        </p:spPr>
        <p:txBody>
          <a:bodyPr>
            <a:normAutofit/>
          </a:bodyPr>
          <a:lstStyle/>
          <a:p>
            <a:pPr algn="ctr"/>
            <a:r>
              <a:rPr lang="zh-CN" altLang="en-US" sz="16600" b="1" dirty="0"/>
              <a:t>讲在前面</a:t>
            </a:r>
            <a:r>
              <a:rPr lang="en-US" altLang="zh-CN" sz="16600" b="1" dirty="0"/>
              <a:t>!!!</a:t>
            </a:r>
            <a:endParaRPr lang="zh-CN" altLang="en-US" sz="16600" b="1" dirty="0"/>
          </a:p>
        </p:txBody>
      </p:sp>
    </p:spTree>
    <p:extLst>
      <p:ext uri="{BB962C8B-B14F-4D97-AF65-F5344CB8AC3E}">
        <p14:creationId xmlns:p14="http://schemas.microsoft.com/office/powerpoint/2010/main" val="2599426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6EE47F-DB65-4C81-A0BD-38E344BCA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b="1" dirty="0"/>
              <a:t>聊一聊大家曾经的</a:t>
            </a:r>
            <a:r>
              <a:rPr lang="en-US" altLang="zh-CN" sz="3600" b="1" dirty="0"/>
              <a:t>“</a:t>
            </a:r>
            <a:r>
              <a:rPr lang="zh-CN" altLang="en-US" sz="3600" b="1" dirty="0"/>
              <a:t>想法</a:t>
            </a:r>
            <a:r>
              <a:rPr lang="en-US" altLang="zh-CN" sz="3600" b="1" dirty="0"/>
              <a:t>”</a:t>
            </a:r>
            <a:endParaRPr lang="zh-CN" altLang="en-US" sz="3600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D2B819-C594-4E7D-AC9A-FD95528D37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先有请大家讲一讲对于中国的看法</a:t>
            </a:r>
            <a:endParaRPr lang="en-US" altLang="zh-CN" dirty="0"/>
          </a:p>
          <a:p>
            <a:r>
              <a:rPr lang="zh-CN" altLang="en-US" dirty="0"/>
              <a:t>那么对于日本和美国呢</a:t>
            </a:r>
            <a:r>
              <a:rPr lang="en-US" altLang="zh-CN" dirty="0"/>
              <a:t>?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中国共产党呢</a:t>
            </a:r>
            <a:r>
              <a:rPr lang="en-US" altLang="zh-CN" dirty="0"/>
              <a:t>?</a:t>
            </a:r>
          </a:p>
          <a:p>
            <a:r>
              <a:rPr lang="zh-CN" altLang="en-US" dirty="0"/>
              <a:t>政治家们呢</a:t>
            </a:r>
            <a:r>
              <a:rPr lang="en-US" altLang="zh-CN" dirty="0"/>
              <a:t>?</a:t>
            </a: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57066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C88166-A399-4CFD-8F74-E08AEC810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b="1" dirty="0"/>
              <a:t>新闻示例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73EB70-2126-448F-8CB0-B596E002C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848600" cy="4351338"/>
          </a:xfrm>
        </p:spPr>
        <p:txBody>
          <a:bodyPr/>
          <a:lstStyle/>
          <a:p>
            <a:r>
              <a:rPr lang="zh-CN" altLang="en-US" dirty="0"/>
              <a:t>某国某地</a:t>
            </a:r>
            <a:r>
              <a:rPr lang="en-US" altLang="zh-CN" dirty="0"/>
              <a:t>, </a:t>
            </a:r>
            <a:r>
              <a:rPr lang="zh-CN" altLang="en-US" dirty="0"/>
              <a:t>两辆高铁相撞</a:t>
            </a:r>
            <a:r>
              <a:rPr lang="en-US" altLang="zh-CN" dirty="0"/>
              <a:t>, </a:t>
            </a:r>
            <a:r>
              <a:rPr lang="zh-CN" altLang="en-US" dirty="0"/>
              <a:t>你是市政府的领导人</a:t>
            </a:r>
            <a:r>
              <a:rPr lang="en-US" altLang="zh-CN" dirty="0"/>
              <a:t>, </a:t>
            </a:r>
            <a:r>
              <a:rPr lang="zh-CN" altLang="en-US" dirty="0"/>
              <a:t>你会怎么做</a:t>
            </a:r>
            <a:r>
              <a:rPr lang="en-US" altLang="zh-CN" dirty="0"/>
              <a:t>?</a:t>
            </a:r>
          </a:p>
          <a:p>
            <a:endParaRPr lang="en-US" altLang="zh-CN" dirty="0"/>
          </a:p>
          <a:p>
            <a:r>
              <a:rPr lang="zh-CN" altLang="en-US" dirty="0"/>
              <a:t>当地政府的做法是</a:t>
            </a:r>
            <a:r>
              <a:rPr lang="en-US" altLang="zh-CN" dirty="0"/>
              <a:t>: </a:t>
            </a:r>
            <a:r>
              <a:rPr lang="zh-CN" altLang="en-US" dirty="0"/>
              <a:t>先把能埋得都埋掉</a:t>
            </a:r>
            <a:r>
              <a:rPr lang="en-US" altLang="zh-CN" dirty="0"/>
              <a:t>, </a:t>
            </a:r>
            <a:r>
              <a:rPr lang="zh-CN" altLang="en-US" dirty="0"/>
              <a:t>不论遇难人是否存活</a:t>
            </a:r>
            <a:r>
              <a:rPr lang="en-US" altLang="zh-CN" dirty="0"/>
              <a:t>, </a:t>
            </a:r>
            <a:r>
              <a:rPr lang="zh-CN" altLang="en-US" dirty="0"/>
              <a:t>不优先派遣医疗部队</a:t>
            </a:r>
            <a:r>
              <a:rPr lang="en-US" altLang="zh-CN" dirty="0"/>
              <a:t>, </a:t>
            </a:r>
            <a:r>
              <a:rPr lang="zh-CN" altLang="en-US" dirty="0"/>
              <a:t>取而代之的是封锁网络消息和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用铲车将坠落车厢碎片碾压后挖坑就地掩埋</a:t>
            </a:r>
            <a:r>
              <a:rPr lang="en-US" altLang="zh-CN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</a:t>
            </a:r>
            <a:endParaRPr lang="en-US" altLang="zh-CN" dirty="0"/>
          </a:p>
          <a:p>
            <a:r>
              <a:rPr lang="zh-CN" altLang="en-US" dirty="0"/>
              <a:t>在结束舆论后报出了</a:t>
            </a:r>
            <a:r>
              <a:rPr lang="en-US" altLang="zh-CN" dirty="0"/>
              <a:t>32</a:t>
            </a:r>
            <a:r>
              <a:rPr lang="zh-CN" altLang="en-US" dirty="0"/>
              <a:t>人的死亡数</a:t>
            </a:r>
            <a:r>
              <a:rPr lang="en-US" altLang="zh-CN" dirty="0"/>
              <a:t>……</a:t>
            </a:r>
            <a:endParaRPr lang="zh-CN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1462F27-FFB0-4C39-A33C-6DF3E9AEBF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0" y="1657350"/>
            <a:ext cx="2667000" cy="177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0932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ECEDB9-63C8-4E0C-B28F-2A328F570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EF2151-2CFC-453F-A649-05504C72E5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官方数据 </a:t>
            </a:r>
            <a:r>
              <a:rPr lang="en-US" altLang="zh-CN" dirty="0"/>
              <a:t>vs. </a:t>
            </a:r>
            <a:r>
              <a:rPr lang="zh-CN" altLang="en-US" dirty="0"/>
              <a:t>预测数据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50F1BE2-6E9E-466F-828E-4270A0DC2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120" y="3175543"/>
            <a:ext cx="10747759" cy="327272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A5AEAA1-955D-41CD-A916-5668670680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389" y="2379127"/>
            <a:ext cx="10809219" cy="4478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51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BEFEDF-F478-44E1-B666-D47A6E435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b="1" dirty="0"/>
              <a:t>小结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A779AE-4BD1-4511-BCE1-D6473FD0F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新闻并不是完全可以相信的</a:t>
            </a:r>
            <a:r>
              <a:rPr lang="en-US" altLang="zh-CN" dirty="0"/>
              <a:t>, </a:t>
            </a:r>
            <a:r>
              <a:rPr lang="zh-CN" altLang="en-US" dirty="0"/>
              <a:t>里面的数据经常是经过了政治目的加工过的</a:t>
            </a:r>
            <a:endParaRPr lang="en-US" altLang="zh-CN" dirty="0"/>
          </a:p>
          <a:p>
            <a:r>
              <a:rPr lang="zh-CN" altLang="en-US" dirty="0"/>
              <a:t>培养自己独立思考的能力虽然不一定能知道真相</a:t>
            </a:r>
            <a:r>
              <a:rPr lang="en-US" altLang="zh-CN" dirty="0"/>
              <a:t>, </a:t>
            </a:r>
            <a:r>
              <a:rPr lang="zh-CN" altLang="en-US" dirty="0"/>
              <a:t>但是经过了自己的考证</a:t>
            </a:r>
            <a:r>
              <a:rPr lang="en-US" altLang="zh-CN" dirty="0"/>
              <a:t>/</a:t>
            </a:r>
            <a:r>
              <a:rPr lang="zh-CN" altLang="en-US" dirty="0"/>
              <a:t>调研</a:t>
            </a:r>
            <a:r>
              <a:rPr lang="en-US" altLang="zh-CN" dirty="0"/>
              <a:t>, </a:t>
            </a:r>
            <a:r>
              <a:rPr lang="zh-CN" altLang="en-US" dirty="0"/>
              <a:t>和证据查找可以</a:t>
            </a:r>
            <a:endParaRPr lang="en-US" altLang="zh-CN" dirty="0"/>
          </a:p>
          <a:p>
            <a:pPr marL="914400" lvl="1" indent="-457200">
              <a:buFont typeface="+mj-lt"/>
              <a:buAutoNum type="arabicPeriod"/>
            </a:pPr>
            <a:r>
              <a:rPr lang="zh-CN" altLang="en-US" dirty="0"/>
              <a:t>让自己变得更充实</a:t>
            </a:r>
            <a:endParaRPr lang="en-US" altLang="zh-CN" dirty="0"/>
          </a:p>
          <a:p>
            <a:pPr marL="914400" lvl="1" indent="-457200">
              <a:buFont typeface="+mj-lt"/>
              <a:buAutoNum type="arabicPeriod"/>
            </a:pPr>
            <a:r>
              <a:rPr lang="zh-CN" altLang="en-US" dirty="0"/>
              <a:t>获得快乐感</a:t>
            </a:r>
            <a:endParaRPr lang="en-US" altLang="zh-CN" dirty="0"/>
          </a:p>
          <a:p>
            <a:pPr marL="914400" lvl="1" indent="-457200">
              <a:buFont typeface="+mj-lt"/>
              <a:buAutoNum type="arabicPeriod"/>
            </a:pPr>
            <a:r>
              <a:rPr lang="zh-CN" altLang="en-US" dirty="0"/>
              <a:t>了解事件的真实性和事情的完整经过</a:t>
            </a:r>
          </a:p>
        </p:txBody>
      </p:sp>
    </p:spTree>
    <p:extLst>
      <p:ext uri="{BB962C8B-B14F-4D97-AF65-F5344CB8AC3E}">
        <p14:creationId xmlns:p14="http://schemas.microsoft.com/office/powerpoint/2010/main" val="2007717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78E85A-ABA1-4FDA-AAFE-2657210C20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对于中国的看法</a:t>
            </a:r>
            <a:endParaRPr lang="en-US" altLang="zh-CN" dirty="0"/>
          </a:p>
          <a:p>
            <a:r>
              <a:rPr lang="zh-CN" altLang="en-US" dirty="0"/>
              <a:t>对于日本和美国的看法</a:t>
            </a: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/>
              <a:t>中国共产党呢</a:t>
            </a:r>
            <a:r>
              <a:rPr lang="en-US" altLang="zh-CN" dirty="0"/>
              <a:t>?</a:t>
            </a:r>
          </a:p>
          <a:p>
            <a:r>
              <a:rPr lang="zh-CN" altLang="en-US" dirty="0"/>
              <a:t>政治家们呢</a:t>
            </a:r>
            <a:r>
              <a:rPr lang="en-US" altLang="zh-CN" dirty="0"/>
              <a:t>?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51669BED-DB61-4A42-BF7A-666DE7748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b="1" dirty="0"/>
              <a:t>聊一聊大家现在的</a:t>
            </a:r>
            <a:r>
              <a:rPr lang="en-US" altLang="zh-CN" sz="3600" b="1" dirty="0"/>
              <a:t>“</a:t>
            </a:r>
            <a:r>
              <a:rPr lang="zh-CN" altLang="en-US" sz="3600" b="1" dirty="0"/>
              <a:t>想法</a:t>
            </a:r>
            <a:r>
              <a:rPr lang="en-US" altLang="zh-CN" sz="3600" b="1" dirty="0"/>
              <a:t>”</a:t>
            </a:r>
            <a:endParaRPr lang="zh-CN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753463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F8F163-DB43-4201-BE30-DFADCE96F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818851-7182-4C83-BE9F-E3FE88C7B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13800" dirty="0"/>
              <a:t>下次课再见</a:t>
            </a:r>
            <a:r>
              <a:rPr lang="en-US" altLang="zh-CN" sz="13800" dirty="0"/>
              <a:t> ! </a:t>
            </a:r>
            <a:endParaRPr lang="zh-CN" altLang="en-US" sz="13800" dirty="0"/>
          </a:p>
        </p:txBody>
      </p:sp>
    </p:spTree>
    <p:extLst>
      <p:ext uri="{BB962C8B-B14F-4D97-AF65-F5344CB8AC3E}">
        <p14:creationId xmlns:p14="http://schemas.microsoft.com/office/powerpoint/2010/main" val="28595419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</TotalTime>
  <Words>370</Words>
  <Application>Microsoft Office PowerPoint</Application>
  <PresentationFormat>宽屏</PresentationFormat>
  <Paragraphs>37</Paragraphs>
  <Slides>8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等线</vt:lpstr>
      <vt:lpstr>等线 Light</vt:lpstr>
      <vt:lpstr>Arial</vt:lpstr>
      <vt:lpstr>Office 主题​​</vt:lpstr>
      <vt:lpstr>新闻鉴赏&amp;独立思考</vt:lpstr>
      <vt:lpstr>讲在前面!!!</vt:lpstr>
      <vt:lpstr>聊一聊大家曾经的“想法”</vt:lpstr>
      <vt:lpstr>新闻示例</vt:lpstr>
      <vt:lpstr>PowerPoint 演示文稿</vt:lpstr>
      <vt:lpstr>小结</vt:lpstr>
      <vt:lpstr>聊一聊大家现在的“想法”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新闻鉴赏&amp;独立思考</dc:title>
  <dc:creator>ziky zhang</dc:creator>
  <cp:lastModifiedBy>ziky zhang</cp:lastModifiedBy>
  <cp:revision>1</cp:revision>
  <dcterms:created xsi:type="dcterms:W3CDTF">2022-02-06T12:01:25Z</dcterms:created>
  <dcterms:modified xsi:type="dcterms:W3CDTF">2022-02-06T17:05:13Z</dcterms:modified>
</cp:coreProperties>
</file>
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58" y="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44B4B-670B-4FAA-80C0-5F7940D1555B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C1E95-D207-4851-A108-7FD0B99646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339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C1E95-D207-4851-A108-7FD0B99646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714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5340D8-5089-41B8-8123-77AE7A68B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51892C-D339-4BCF-9197-99725223F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2D255B-A08D-4E7B-ADEE-F3686EC5B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34D8-7CF4-46D6-9C26-6AFF0DBE8256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F104DE-6A95-4520-86B1-468B1A8A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4B9FC6-C63E-4607-AD4A-28AE4E0F2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9AAE-B8EE-4C56-BD35-4AB74EE02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485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7E2AA-0EC3-4AF2-9766-2097A3D1B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F729D9-4445-4A8D-BBF9-74F4B91E0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6A496D-A512-4562-BC71-18BF4C88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34D8-7CF4-46D6-9C26-6AFF0DBE8256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5AA8BC-7CC6-47E2-A33F-78B6A62C3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888317-8DB7-4F11-A107-6C09EAAD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9AAE-B8EE-4C56-BD35-4AB74EE02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54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99A3F-EC0C-4426-8870-EEC491C9A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4F3051-93EE-4FE0-B8E1-29A439369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6AB0FD-AD2F-466C-ACD5-A15035980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34D8-7CF4-46D6-9C26-6AFF0DBE8256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E2E16-C840-4A48-BAB2-28AD1C1C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064D9E-738C-4EC9-A54D-0A6516A7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9AAE-B8EE-4C56-BD35-4AB74EE02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461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2CF9C-4DED-42CC-97A3-EF395FA0E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48E6EF-39F9-4409-8105-F953F403A5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73D5CF-61AF-4FDA-A34B-60340BE1E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82F214-90D0-4BA1-A524-A336862E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34D8-7CF4-46D6-9C26-6AFF0DBE8256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561216-8450-4855-85CC-110A4DBE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21CA13-552F-4A6B-A475-EF02A7059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9AAE-B8EE-4C56-BD35-4AB74EE02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64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63BDE-F2E3-4B97-9520-275D4FFA3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C18832-9E17-443C-8D21-618640245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E75D22-F373-49C1-945D-532554338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10B063-95FE-49E8-AF7B-A0ADF3840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DE9D53-D99E-4CBF-BCBA-E52344518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0B3F52D-509B-4E7E-AE03-CBE5A8703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34D8-7CF4-46D6-9C26-6AFF0DBE8256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E70F36-1974-4F37-B69C-97633B268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7CCD5A-94C9-4B52-9FD3-B5D00722F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9AAE-B8EE-4C56-BD35-4AB74EE02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28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50C30-700A-472F-8CAA-4C12F293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BB5510-7524-431A-AD55-AEC4EA48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34D8-7CF4-46D6-9C26-6AFF0DBE8256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AB7346-4855-41D7-B1C6-AAB637DB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B87E83-BC16-4F05-BEE7-39EEDEDB2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9AAE-B8EE-4C56-BD35-4AB74EE02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11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6D5A10-EE16-424B-AD64-7BE11C49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34D8-7CF4-46D6-9C26-6AFF0DBE8256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54506C-D65C-4AFC-9B29-8EE8F2965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81F61B-28F2-4D7C-96D4-F673C977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9AAE-B8EE-4C56-BD35-4AB74EE02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933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B61F0-41F0-4F35-AFC4-0A5227A5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DB6644-4E53-4A78-B99D-93E1CF713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1D3A32-49E1-4882-9993-BC8EE9D34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6B0646-C57E-4B79-A171-5E93AD57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34D8-7CF4-46D6-9C26-6AFF0DBE8256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0D3F80-94B9-440A-8C46-F97442590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487852-8B03-47B2-A80B-ED78391D0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9AAE-B8EE-4C56-BD35-4AB74EE02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996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F5B05-4450-4C27-A949-A8754C455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A40176-429B-4642-B81A-8EEEC489F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31160B-DE68-415E-A489-C2FE559D2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1295B8-D5D1-4309-AB21-7A5B5A13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34D8-7CF4-46D6-9C26-6AFF0DBE8256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34C7AA-63EA-49AE-A8B4-9A335B0BB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48ACE2-47D8-4DAB-82B0-12F1E77B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9AAE-B8EE-4C56-BD35-4AB74EE02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045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E2D19-AD82-499D-9036-4227A6CBF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926B6C-F119-4700-8652-77986B703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C580EC-B60D-46D9-9EB9-6C23A3000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34D8-7CF4-46D6-9C26-6AFF0DBE8256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B79FC0-726F-444E-860A-D2E93E758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8B9BDD-4FD2-44D3-9869-C546F8049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9AAE-B8EE-4C56-BD35-4AB74EE02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360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B2A474-1667-4793-995A-C66C91D0F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B9F139-46A1-42DD-9CEE-2700B99F9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4F0FE7-F185-4B48-8DB4-EA9E95ED0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34D8-7CF4-46D6-9C26-6AFF0DBE8256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CFCD8B-E645-44BC-9002-42ECD5B87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DBD03B-E00A-476E-AB3E-F5671CA8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49AAE-B8EE-4C56-BD35-4AB74EE02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448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9D77C0-F1B5-45AC-A85A-41673E906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F6A9F-4EDE-466E-880F-06DDF1185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C98D4D-7ACE-4CBD-8A1D-951EE05399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34D8-7CF4-46D6-9C26-6AFF0DBE8256}" type="datetimeFigureOut">
              <a:rPr lang="zh-CN" altLang="en-US" smtClean="0"/>
              <a:t>2022/2/9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19A276-A785-4E0C-AB33-1B42C0466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F7BAFA-6471-41BF-873D-DCBB77F5B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49AAE-B8EE-4C56-BD35-4AB74EE02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08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120F8-4E69-4AA6-80F6-6B5E8C6651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特殊群体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9450C9-B203-4AED-9C85-912643F2A4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97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39BCC-211A-405F-A2A4-736BD1E80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特殊性取向群体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C8FC09-903A-49B2-8430-EDFC41B44626}"/>
              </a:ext>
            </a:extLst>
          </p:cNvPr>
          <p:cNvSpPr/>
          <p:nvPr/>
        </p:nvSpPr>
        <p:spPr>
          <a:xfrm>
            <a:off x="981307" y="2125583"/>
            <a:ext cx="1170878" cy="115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L</a:t>
            </a:r>
            <a:endParaRPr lang="zh-CN" altLang="en-US" sz="60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A24580-DE50-4210-9DE3-9DF222AF7019}"/>
              </a:ext>
            </a:extLst>
          </p:cNvPr>
          <p:cNvSpPr/>
          <p:nvPr/>
        </p:nvSpPr>
        <p:spPr>
          <a:xfrm>
            <a:off x="3193430" y="2125579"/>
            <a:ext cx="1170878" cy="115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G</a:t>
            </a:r>
            <a:endParaRPr lang="zh-CN" altLang="en-US" sz="6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19C02B-1546-40BA-B027-0B3EB3B24044}"/>
              </a:ext>
            </a:extLst>
          </p:cNvPr>
          <p:cNvSpPr/>
          <p:nvPr/>
        </p:nvSpPr>
        <p:spPr>
          <a:xfrm>
            <a:off x="7722684" y="2125579"/>
            <a:ext cx="1170878" cy="115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T</a:t>
            </a:r>
            <a:endParaRPr lang="zh-CN" altLang="en-US" sz="6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47C2EF-4F31-478D-A1AD-6A7ABB4FF676}"/>
              </a:ext>
            </a:extLst>
          </p:cNvPr>
          <p:cNvSpPr/>
          <p:nvPr/>
        </p:nvSpPr>
        <p:spPr>
          <a:xfrm>
            <a:off x="10039815" y="2125580"/>
            <a:ext cx="1170878" cy="115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Q</a:t>
            </a:r>
            <a:endParaRPr lang="zh-CN" altLang="en-US" sz="6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86EDB0-571B-4022-A2B6-809E456790F1}"/>
              </a:ext>
            </a:extLst>
          </p:cNvPr>
          <p:cNvSpPr txBox="1"/>
          <p:nvPr/>
        </p:nvSpPr>
        <p:spPr>
          <a:xfrm>
            <a:off x="831695" y="3802560"/>
            <a:ext cx="1470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Lesbian </a:t>
            </a:r>
          </a:p>
          <a:p>
            <a:pPr algn="ctr"/>
            <a:r>
              <a:rPr lang="zh-CN" altLang="en-US" sz="2400" dirty="0"/>
              <a:t>女同性恋</a:t>
            </a:r>
            <a:endParaRPr lang="en-US" altLang="zh-CN" sz="2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03ECBF4-7CDE-40F0-A900-E23ED2B699AB}"/>
              </a:ext>
            </a:extLst>
          </p:cNvPr>
          <p:cNvSpPr txBox="1"/>
          <p:nvPr/>
        </p:nvSpPr>
        <p:spPr>
          <a:xfrm>
            <a:off x="3043818" y="3802331"/>
            <a:ext cx="1470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Gay </a:t>
            </a:r>
          </a:p>
          <a:p>
            <a:pPr algn="ctr"/>
            <a:r>
              <a:rPr lang="zh-CN" altLang="en-US" sz="2400" dirty="0"/>
              <a:t>男同性恋</a:t>
            </a:r>
            <a:endParaRPr lang="en-US" altLang="zh-CN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FAD7E9-08CD-4C33-997A-13F81613EACB}"/>
              </a:ext>
            </a:extLst>
          </p:cNvPr>
          <p:cNvSpPr txBox="1"/>
          <p:nvPr/>
        </p:nvSpPr>
        <p:spPr>
          <a:xfrm>
            <a:off x="5360949" y="3802332"/>
            <a:ext cx="1470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Bisexual </a:t>
            </a:r>
          </a:p>
          <a:p>
            <a:pPr algn="ctr"/>
            <a:r>
              <a:rPr lang="zh-CN" altLang="en-US" sz="2400" dirty="0"/>
              <a:t>双性恋者</a:t>
            </a:r>
            <a:endParaRPr lang="en-US" altLang="zh-CN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2E68C2-6288-4424-9254-30FFB1070719}"/>
              </a:ext>
            </a:extLst>
          </p:cNvPr>
          <p:cNvSpPr txBox="1"/>
          <p:nvPr/>
        </p:nvSpPr>
        <p:spPr>
          <a:xfrm>
            <a:off x="7382571" y="3802332"/>
            <a:ext cx="1851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Transgender</a:t>
            </a:r>
          </a:p>
          <a:p>
            <a:pPr algn="ctr"/>
            <a:r>
              <a:rPr lang="zh-CN" altLang="en-US" sz="2400" dirty="0"/>
              <a:t>转性别者</a:t>
            </a:r>
            <a:endParaRPr lang="en-US" altLang="zh-CN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3F7CD83-D4B1-4FB7-92FD-A6F72FDEC36F}"/>
              </a:ext>
            </a:extLst>
          </p:cNvPr>
          <p:cNvSpPr txBox="1"/>
          <p:nvPr/>
        </p:nvSpPr>
        <p:spPr>
          <a:xfrm>
            <a:off x="9890203" y="3802332"/>
            <a:ext cx="1470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Queer</a:t>
            </a:r>
          </a:p>
          <a:p>
            <a:pPr algn="ctr"/>
            <a:r>
              <a:rPr lang="zh-CN" altLang="en-US" sz="2400" dirty="0"/>
              <a:t>无性恋者</a:t>
            </a:r>
            <a:endParaRPr lang="en-US" altLang="zh-CN" sz="2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4F3BC4-ACD9-4668-A141-F1FB7044401D}"/>
              </a:ext>
            </a:extLst>
          </p:cNvPr>
          <p:cNvSpPr/>
          <p:nvPr/>
        </p:nvSpPr>
        <p:spPr>
          <a:xfrm>
            <a:off x="5510561" y="2125579"/>
            <a:ext cx="1170878" cy="115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B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94704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  <p:bldP spid="9" grpId="0" animBg="1"/>
      <p:bldP spid="10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C6E346-9DCD-4033-9A89-434107CD6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身材特殊群体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BA1159-EEDB-4700-B158-5FF79D28BEFF}"/>
              </a:ext>
            </a:extLst>
          </p:cNvPr>
          <p:cNvSpPr/>
          <p:nvPr/>
        </p:nvSpPr>
        <p:spPr>
          <a:xfrm>
            <a:off x="981307" y="2125583"/>
            <a:ext cx="1170878" cy="115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O</a:t>
            </a:r>
            <a:endParaRPr lang="zh-CN" altLang="en-US" sz="6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724DF2-293C-4EAE-BD04-87E44D1DBA94}"/>
              </a:ext>
            </a:extLst>
          </p:cNvPr>
          <p:cNvSpPr txBox="1"/>
          <p:nvPr/>
        </p:nvSpPr>
        <p:spPr>
          <a:xfrm>
            <a:off x="831695" y="3802560"/>
            <a:ext cx="1470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Obese </a:t>
            </a:r>
          </a:p>
          <a:p>
            <a:pPr algn="ctr"/>
            <a:r>
              <a:rPr lang="zh-CN" altLang="en-US" sz="2400" dirty="0"/>
              <a:t>肥胖者</a:t>
            </a:r>
            <a:endParaRPr lang="en-US" altLang="zh-CN" sz="2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C465A1-BFFF-488B-866D-F1E4D332AFFF}"/>
              </a:ext>
            </a:extLst>
          </p:cNvPr>
          <p:cNvSpPr/>
          <p:nvPr/>
        </p:nvSpPr>
        <p:spPr>
          <a:xfrm>
            <a:off x="3245934" y="2125578"/>
            <a:ext cx="1170878" cy="115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S</a:t>
            </a:r>
            <a:endParaRPr lang="zh-CN" altLang="en-US" sz="6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50711E-8E6C-4D63-B7CD-97CE4EF43D98}"/>
              </a:ext>
            </a:extLst>
          </p:cNvPr>
          <p:cNvSpPr txBox="1"/>
          <p:nvPr/>
        </p:nvSpPr>
        <p:spPr>
          <a:xfrm>
            <a:off x="3096322" y="3802332"/>
            <a:ext cx="1470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Skinny</a:t>
            </a:r>
          </a:p>
          <a:p>
            <a:pPr algn="ctr"/>
            <a:r>
              <a:rPr lang="zh-CN" altLang="en-US" sz="2400" dirty="0"/>
              <a:t>瘦弱者</a:t>
            </a:r>
            <a:endParaRPr lang="en-US" altLang="zh-CN" sz="2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B6E1B4-95C0-46A3-886C-624DC2873097}"/>
              </a:ext>
            </a:extLst>
          </p:cNvPr>
          <p:cNvSpPr/>
          <p:nvPr/>
        </p:nvSpPr>
        <p:spPr>
          <a:xfrm>
            <a:off x="5510561" y="2125580"/>
            <a:ext cx="1170878" cy="115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D</a:t>
            </a:r>
            <a:endParaRPr lang="zh-CN" altLang="en-US" sz="6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5CB6045-523B-4C26-89D6-DA545079A436}"/>
              </a:ext>
            </a:extLst>
          </p:cNvPr>
          <p:cNvSpPr txBox="1"/>
          <p:nvPr/>
        </p:nvSpPr>
        <p:spPr>
          <a:xfrm>
            <a:off x="5231315" y="3802332"/>
            <a:ext cx="1729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 Dwarfism</a:t>
            </a:r>
          </a:p>
          <a:p>
            <a:pPr algn="ctr"/>
            <a:r>
              <a:rPr lang="zh-CN" altLang="en-US" sz="2400" dirty="0"/>
              <a:t>侏儒症患者</a:t>
            </a:r>
            <a:endParaRPr lang="en-US" altLang="zh-CN" sz="2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FE9998-C004-41F9-90C5-86B18818D380}"/>
              </a:ext>
            </a:extLst>
          </p:cNvPr>
          <p:cNvSpPr/>
          <p:nvPr/>
        </p:nvSpPr>
        <p:spPr>
          <a:xfrm>
            <a:off x="7902498" y="2125578"/>
            <a:ext cx="1170878" cy="115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T</a:t>
            </a:r>
            <a:endParaRPr lang="zh-CN" altLang="en-US" sz="60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7CEEA6-D359-49BB-B3D2-C570A087A9B5}"/>
              </a:ext>
            </a:extLst>
          </p:cNvPr>
          <p:cNvSpPr txBox="1"/>
          <p:nvPr/>
        </p:nvSpPr>
        <p:spPr>
          <a:xfrm>
            <a:off x="7562385" y="3802332"/>
            <a:ext cx="1851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Giantism</a:t>
            </a:r>
          </a:p>
          <a:p>
            <a:pPr algn="ctr"/>
            <a:r>
              <a:rPr lang="zh-CN" altLang="en-US" sz="2400" dirty="0"/>
              <a:t>巨人症患者</a:t>
            </a:r>
            <a:endParaRPr lang="en-US" altLang="zh-CN" sz="24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3ADEFA2-AD28-4D40-A991-3DF5AE4CA418}"/>
              </a:ext>
            </a:extLst>
          </p:cNvPr>
          <p:cNvSpPr/>
          <p:nvPr/>
        </p:nvSpPr>
        <p:spPr>
          <a:xfrm>
            <a:off x="10039815" y="2125579"/>
            <a:ext cx="1170878" cy="115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D</a:t>
            </a:r>
            <a:endParaRPr lang="zh-CN" altLang="en-US" sz="6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E44FB7-EC19-4185-A593-0BFAD24BC8A4}"/>
              </a:ext>
            </a:extLst>
          </p:cNvPr>
          <p:cNvSpPr txBox="1"/>
          <p:nvPr/>
        </p:nvSpPr>
        <p:spPr>
          <a:xfrm>
            <a:off x="9890203" y="3802332"/>
            <a:ext cx="1470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Disabled</a:t>
            </a:r>
          </a:p>
          <a:p>
            <a:pPr algn="ctr"/>
            <a:r>
              <a:rPr lang="zh-CN" altLang="en-US" sz="2400" dirty="0"/>
              <a:t>残疾人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92628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9" grpId="0" animBg="1"/>
      <p:bldP spid="11" grpId="0" animBg="1"/>
      <p:bldP spid="14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49B3FEA-76F7-4345-AB4D-64F82B8F7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脑力特殊群体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14690C-A51E-4C6E-94BF-9C3F0D9728DF}"/>
              </a:ext>
            </a:extLst>
          </p:cNvPr>
          <p:cNvSpPr/>
          <p:nvPr/>
        </p:nvSpPr>
        <p:spPr>
          <a:xfrm>
            <a:off x="955907" y="2150983"/>
            <a:ext cx="1170878" cy="115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G</a:t>
            </a:r>
            <a:endParaRPr lang="zh-CN" altLang="en-US" sz="6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4EF6A6-108D-462E-8BFD-3D2BCE9DF9D5}"/>
              </a:ext>
            </a:extLst>
          </p:cNvPr>
          <p:cNvSpPr/>
          <p:nvPr/>
        </p:nvSpPr>
        <p:spPr>
          <a:xfrm>
            <a:off x="7172713" y="2145420"/>
            <a:ext cx="1170878" cy="115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BI</a:t>
            </a:r>
            <a:endParaRPr lang="zh-CN" altLang="en-US" sz="60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73BD28-70F4-42A0-B1E6-86323E31C174}"/>
              </a:ext>
            </a:extLst>
          </p:cNvPr>
          <p:cNvSpPr/>
          <p:nvPr/>
        </p:nvSpPr>
        <p:spPr>
          <a:xfrm>
            <a:off x="10281116" y="2145420"/>
            <a:ext cx="1170878" cy="115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R</a:t>
            </a:r>
            <a:endParaRPr lang="zh-CN" altLang="en-US" sz="6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9DBE3A-B0F9-410D-B315-48D7F4B9AF7C}"/>
              </a:ext>
            </a:extLst>
          </p:cNvPr>
          <p:cNvSpPr/>
          <p:nvPr/>
        </p:nvSpPr>
        <p:spPr>
          <a:xfrm>
            <a:off x="4064310" y="2145421"/>
            <a:ext cx="1170878" cy="1152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/>
              <a:t>A</a:t>
            </a:r>
            <a:endParaRPr lang="zh-CN" altLang="en-US" sz="6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B91ADD-C44C-4E59-8321-D306EB1C5931}"/>
              </a:ext>
            </a:extLst>
          </p:cNvPr>
          <p:cNvSpPr txBox="1"/>
          <p:nvPr/>
        </p:nvSpPr>
        <p:spPr>
          <a:xfrm>
            <a:off x="806295" y="4081958"/>
            <a:ext cx="1470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Genius </a:t>
            </a:r>
          </a:p>
          <a:p>
            <a:pPr algn="ctr"/>
            <a:r>
              <a:rPr lang="zh-CN" altLang="en-US" sz="2400" dirty="0"/>
              <a:t>天才</a:t>
            </a:r>
            <a:endParaRPr lang="en-US" altLang="zh-CN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09034C7-6CB2-413F-8FAE-38B1DEA0C984}"/>
              </a:ext>
            </a:extLst>
          </p:cNvPr>
          <p:cNvSpPr txBox="1"/>
          <p:nvPr/>
        </p:nvSpPr>
        <p:spPr>
          <a:xfrm>
            <a:off x="6838563" y="3871893"/>
            <a:ext cx="1851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Brian-impaired</a:t>
            </a:r>
          </a:p>
          <a:p>
            <a:pPr algn="ctr"/>
            <a:r>
              <a:rPr lang="zh-CN" altLang="en-US" sz="2400" dirty="0"/>
              <a:t>脑残症患者</a:t>
            </a:r>
            <a:endParaRPr lang="en-US" altLang="zh-CN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4A0E86-7C7E-4962-BA06-5661C24BE0C0}"/>
              </a:ext>
            </a:extLst>
          </p:cNvPr>
          <p:cNvSpPr txBox="1"/>
          <p:nvPr/>
        </p:nvSpPr>
        <p:spPr>
          <a:xfrm>
            <a:off x="10001870" y="4056558"/>
            <a:ext cx="1729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 Retarded</a:t>
            </a:r>
          </a:p>
          <a:p>
            <a:pPr algn="ctr"/>
            <a:r>
              <a:rPr lang="zh-CN" altLang="en-US" sz="2400" dirty="0"/>
              <a:t>智力障碍者</a:t>
            </a:r>
            <a:endParaRPr lang="en-US" altLang="zh-CN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CCCFA6-F95F-4A69-8797-6170049A451D}"/>
              </a:ext>
            </a:extLst>
          </p:cNvPr>
          <p:cNvSpPr txBox="1"/>
          <p:nvPr/>
        </p:nvSpPr>
        <p:spPr>
          <a:xfrm>
            <a:off x="3674946" y="3897293"/>
            <a:ext cx="1949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/>
              <a:t>Alexithymian</a:t>
            </a:r>
            <a:endParaRPr lang="en-US" altLang="zh-CN" sz="2400" dirty="0"/>
          </a:p>
          <a:p>
            <a:pPr algn="ctr"/>
            <a:r>
              <a:rPr lang="zh-CN" altLang="en-US" sz="2400" dirty="0"/>
              <a:t>情感认知障碍患者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91113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9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77</Words>
  <Application>Microsoft Office PowerPoint</Application>
  <PresentationFormat>宽屏</PresentationFormat>
  <Paragraphs>47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特殊群体</vt:lpstr>
      <vt:lpstr>特殊性取向群体</vt:lpstr>
      <vt:lpstr>身材特殊群体</vt:lpstr>
      <vt:lpstr>脑力特殊群体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特殊群体</dc:title>
  <dc:creator>ziky zhang</dc:creator>
  <cp:lastModifiedBy>ziky zhang</cp:lastModifiedBy>
  <cp:revision>3</cp:revision>
  <dcterms:created xsi:type="dcterms:W3CDTF">2022-02-08T14:31:40Z</dcterms:created>
  <dcterms:modified xsi:type="dcterms:W3CDTF">2022-02-08T18:01:21Z</dcterms:modified>
</cp:coreProperties>
</file>